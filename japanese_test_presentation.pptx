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  <a:latin typeface="Segoe UI Semibold"/>
              </a:defRPr>
            </a:pPr>
            <a:r>
              <a:t>Sales Pitch Deck</a:t>
            </a:r>
          </a:p>
          <a:p>
            <a:pPr algn="ctr">
              <a:defRPr sz="2400">
                <a:solidFill>
                  <a:srgbClr val="3498DB"/>
                </a:solidFill>
                <a:latin typeface="Segoe UI"/>
              </a:defRPr>
            </a:pPr>
            <a:r>
              <a:t>Generated from Quotation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a:eastAsianTheme="minor" sz="3200" b="1">
                <a:solidFill>
                  <a:srgbClr val="2C3E50"/>
                </a:solidFill>
                <a:latin typeface="Yu Gothic UI Semibold"/>
              </a:defRPr>
            </a:pPr>
            <a:r>
              <a:t>お客様のニーズ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高性能なワークステーションが必要</a:t>
            </a:r>
          </a:p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信頼性の高いシステムを求めています</a:t>
            </a:r>
          </a:p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効率的な作業環境の構築</a:t>
            </a:r>
          </a:p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長期サポートが重要</a:t>
            </a:r>
          </a:p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コストパフォーマンスを重視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a:eastAsianTheme="minor" sz="3200" b="1">
                <a:solidFill>
                  <a:srgbClr val="2C3E50"/>
                </a:solidFill>
                <a:latin typeface="Yu Gothic UI Semibold"/>
              </a:defRPr>
            </a:pPr>
            <a:r>
              <a:t>私たちのソリューション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最新技術を活用した高性能PC</a:t>
            </a:r>
          </a:p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24時間365日のサポート体制</a:t>
            </a:r>
          </a:p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カスタマイズ可能な構成</a:t>
            </a:r>
          </a:p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長期保証による安心</a:t>
            </a:r>
          </a:p>
          <a:p>
            <a:pPr>
              <a:spcAft>
                <a:spcPts val="1200"/>
              </a:spcAft>
              <a:defRPr a:eastAsianTheme="minor" sz="2000">
                <a:solidFill>
                  <a:srgbClr val="505050"/>
                </a:solidFill>
                <a:latin typeface="Yu Gothic UI"/>
              </a:defRPr>
            </a:pPr>
            <a:r>
              <a:t>• 競争力のある価格設定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a:eastAsianTheme="minor" sz="3200" b="1">
                <a:solidFill>
                  <a:srgbClr val="2C3E50"/>
                </a:solidFill>
                <a:latin typeface="Yu Gothic UI Semibold"/>
              </a:defRPr>
            </a:pPr>
            <a:r>
              <a:t>製品比較表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1143000">
                <a:tc>
                  <a:txBody>
                    <a:bodyPr/>
                    <a:lstStyle/>
                    <a:p>
                      <a:pPr>
                        <a:defRPr a:eastAsianTheme="minor" b="1" sz="1400">
                          <a:latin typeface="Yu Gothic UI Semibold"/>
                        </a:defRPr>
                      </a:pPr>
                      <a:r>
                        <a:t>製品名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a:eastAsianTheme="minor" b="1" sz="1400">
                          <a:latin typeface="Yu Gothic UI Semibold"/>
                        </a:defRPr>
                      </a:pPr>
                      <a:r>
                        <a:t>価格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latin typeface="Segoe UI Semibold"/>
                        </a:defRPr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a:eastAsianTheme="minor" b="1" sz="1400">
                          <a:latin typeface="Yu Gothic UI Semibold"/>
                        </a:defRPr>
                      </a:pPr>
                      <a:r>
                        <a:t>メモリ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a:eastAsianTheme="minor" b="1" sz="1400">
                          <a:latin typeface="Yu Gothic UI Semibold"/>
                        </a:defRPr>
                      </a:pPr>
                      <a:r>
                        <a:t>ストレージ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a:eastAsianTheme="minor" b="1" sz="1400">
                          <a:latin typeface="Yu Gothic UI Semibold"/>
                        </a:defRPr>
                      </a:pPr>
                      <a:r>
                        <a:t>保証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a:eastAsianTheme="minor" b="1" sz="1400">
                          <a:latin typeface="Yu Gothic UI Semibold"/>
                        </a:defRPr>
                      </a:pPr>
                      <a:r>
                        <a:t>サポート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a:eastAsianTheme="minor" sz="1200">
                          <a:latin typeface="Yu Gothic UI"/>
                        </a:defRPr>
                      </a:pPr>
                      <a:r>
                        <a:t>ワークステーション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¥300,000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Intel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32GB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1TB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a:eastAsianTheme="minor" sz="1200">
                          <a:latin typeface="Yu Gothic UI"/>
                        </a:defRPr>
                      </a:pPr>
                      <a:r>
                        <a:t>3年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24/7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a:eastAsianTheme="minor" sz="1200">
                          <a:latin typeface="Yu Gothic UI"/>
                        </a:defRPr>
                      </a:pPr>
                      <a:r>
                        <a:t>ワークステーション Advanced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¥350,000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Intel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32GB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1TB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a:eastAsianTheme="minor" sz="1200">
                          <a:latin typeface="Yu Gothic UI"/>
                        </a:defRPr>
                      </a:pPr>
                      <a:r>
                        <a:t>3年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24/7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a:eastAsianTheme="minor" sz="1200">
                          <a:latin typeface="Yu Gothic UI"/>
                        </a:defRPr>
                      </a:pPr>
                      <a:r>
                        <a:t>ワークステーション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¥400,000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Intel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32GB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1TB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a:eastAsianTheme="minor" sz="1200">
                          <a:latin typeface="Yu Gothic UI"/>
                        </a:defRPr>
                      </a:pPr>
                      <a:r>
                        <a:t>3年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t>24/7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