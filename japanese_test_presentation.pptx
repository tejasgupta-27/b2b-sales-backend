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7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808837E-BD65-42A8-A74A-932C1060A7AD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6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1283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211365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8355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91821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608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53867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1585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48700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8246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688" r:id="rId12"/>
    <p:sldLayoutId id="2147483673" r:id="rId13"/>
    <p:sldLayoutId id="2147483676" r:id="rId14"/>
    <p:sldLayoutId id="2147483699" r:id="rId15"/>
    <p:sldLayoutId id="2147483700" r:id="rId16"/>
    <p:sldLayoutId id="2147483692" r:id="rId17"/>
    <p:sldLayoutId id="2147483681" r:id="rId18"/>
    <p:sldLayoutId id="2147483696" r:id="rId19"/>
  </p:sldLayoutIdLst>
  <p:hf hdr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a:eastAsianTheme="minor" sz="3200" b="1">
                <a:solidFill>
                  <a:srgbClr val="2C3E50"/>
                </a:solidFill>
                <a:latin typeface="Yu Gothic UI Semibold"/>
              </a:defRPr>
            </a:pPr>
            <a:r>
              <a:t>お客様のニーズ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高性能なワークステーションが必要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信頼性の高いシステムを求めています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効率的な作業環境の構築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長期サポートが重要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コストパフォーマンスを重視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a:eastAsianTheme="minor" sz="3200" b="1">
                <a:solidFill>
                  <a:srgbClr val="2C3E50"/>
                </a:solidFill>
                <a:latin typeface="Yu Gothic UI Semibold"/>
              </a:defRPr>
            </a:pPr>
            <a:r>
              <a:t>私たちのソリューション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最新技術を活用した高性能PC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24時間365日のサポート体制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カスタマイズ可能な構成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長期保証による安心</a:t>
            </a:r>
          </a:p>
          <a:p>
            <a:pPr>
              <a:spcAft>
                <a:spcPts val="1200"/>
              </a:spcAft>
              <a:defRPr a:eastAsianTheme="minor" sz="2000">
                <a:solidFill>
                  <a:srgbClr val="505050"/>
                </a:solidFill>
                <a:latin typeface="Yu Gothic UI"/>
              </a:defRPr>
            </a:pPr>
            <a:r>
              <a:t>• 競争力のある価格設定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a:eastAsianTheme="minor" sz="3200" b="1">
                <a:solidFill>
                  <a:srgbClr val="2C3E50"/>
                </a:solidFill>
                <a:latin typeface="Yu Gothic UI Semibold"/>
              </a:defRPr>
            </a:pPr>
            <a:r>
              <a:t>製品比較表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製品名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価格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Segoe UI Semibold"/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メモリ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ストレージ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保証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b="1" sz="1400">
                          <a:latin typeface="Yu Gothic UI Semibold"/>
                        </a:defRPr>
                      </a:pPr>
                      <a:r>
                        <a:t>サポート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ワークステーション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¥300,000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Intel 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1TB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24/7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ワークステーション Advanced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¥350,000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Intel 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1TB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24/7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ワークステーション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¥400,000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Intel i7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1TB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a:eastAsianTheme="minor" sz="1200">
                          <a:latin typeface="Yu Gothic UI"/>
                        </a:defRPr>
                      </a:pPr>
                      <a:r>
                        <a:t>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r>
                        <a:t>24/7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5</cp:revision>
  <dcterms:created xsi:type="dcterms:W3CDTF">2025-06-06T03:18:01Z</dcterms:created>
  <dcterms:modified xsi:type="dcterms:W3CDTF">2025-06-06T04:39:29Z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