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media/image10.svg" ContentType="image/svg+xml"/>
  <Override PartName="/ppt/media/image12.svg" ContentType="image/svg+xml"/>
  <Override PartName="/ppt/media/image14.svg" ContentType="image/svg+xml"/>
  <Override PartName="/ppt/media/image16.svg" ContentType="image/svg+xml"/>
  <Override PartName="/ppt/media/image2.svg" ContentType="image/svg+xml"/>
  <Override PartName="/ppt/media/image4.svg" ContentType="image/svg+xml"/>
  <Override PartName="/ppt/media/image6.svg" ContentType="image/svg+xml"/>
  <Override PartName="/ppt/media/image8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751" r:id="rId4"/>
  </p:sldMasterIdLst>
  <p:notesMasterIdLst>
    <p:notesMasterId r:id="rId5"/>
  </p:notesMasterIdLst>
  <p:handoutMasterIdLst>
    <p:handoutMasterId r:id="rId6"/>
  </p:handoutMasterIdLst>
  <p:sldIdLst>
    <p:sldId id="256" r:id="rId13"/>
    <p:sldId id="257" r:id="rId14"/>
    <p:sldId id="258" r:id="rId15"/>
    <p:sldId id="259" r:id="rId16"/>
    <p:sldId id="260" r:id="rId17"/>
    <p:sldId id="261" r:id="rId18"/>
    <p:sldId id="262" r:id="rId19"/>
    <p:sldId id="263" r:id="rId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360" userDrawn="1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Author" initials="A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9E6D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7E9639D4-E3E2-4D34-9284-5A2195B3D0D7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09" autoAdjust="0"/>
  </p:normalViewPr>
  <p:slideViewPr>
    <p:cSldViewPr snapToGrid="0">
      <p:cViewPr varScale="1">
        <p:scale>
          <a:sx n="74" d="100"/>
          <a:sy n="74" d="100"/>
        </p:scale>
        <p:origin x="376" y="64"/>
      </p:cViewPr>
      <p:guideLst>
        <p:guide orient="horz" pos="33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2708" y="44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handoutMaster" Target="handoutMasters/handoutMaster1.xml"/><Relationship Id="rId7" Type="http://schemas.openxmlformats.org/officeDocument/2006/relationships/commentAuthors" Target="commentAuthors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Relationship Id="rId12" Type="http://schemas.microsoft.com/office/2018/10/relationships/authors" Target="authors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16" Type="http://schemas.openxmlformats.org/officeDocument/2006/relationships/slide" Target="slides/slide4.xml"/><Relationship Id="rId17" Type="http://schemas.openxmlformats.org/officeDocument/2006/relationships/slide" Target="slides/slide5.xml"/><Relationship Id="rId18" Type="http://schemas.openxmlformats.org/officeDocument/2006/relationships/slide" Target="slides/slide6.xml"/><Relationship Id="rId19" Type="http://schemas.openxmlformats.org/officeDocument/2006/relationships/slide" Target="slides/slide7.xml"/><Relationship Id="rId20" Type="http://schemas.openxmlformats.org/officeDocument/2006/relationships/slide" Target="slides/slide8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53F6ED8B-CF52-4A64-BACC-61D9C1041E0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D7022B2-02C5-4E03-99BC-0BA3C57AC49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352A77B-D33C-49B3-A83C-450AA2ED72B3}" type="datetimeFigureOut">
              <a:rPr lang="en-US" smtClean="0"/>
              <a:t>7/9/2025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C3FEE8C-8D38-4F2A-950E-071C6823E27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567A6D-959B-4552-AB8D-4CCA819CAA7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BF9A36D-7FAC-478F-9944-F324014F6F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4246769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38D8F9A-F5CB-4EF8-A859-ED5E107B9763}" type="datetimeFigureOut">
              <a:rPr lang="en-US" smtClean="0"/>
              <a:t>7/9/2025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4B9A9E5-4F7F-4A7D-9DE1-89923232926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877831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sv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sv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8.sv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10.svg"/><Relationship Id="rId4" Type="http://schemas.openxmlformats.org/officeDocument/2006/relationships/image" Target="../media/image11.png"/><Relationship Id="rId5" Type="http://schemas.openxmlformats.org/officeDocument/2006/relationships/image" Target="../media/image12.svg"/><Relationship Id="rId6" Type="http://schemas.openxmlformats.org/officeDocument/2006/relationships/image" Target="../media/image13.png"/><Relationship Id="rId7" Type="http://schemas.openxmlformats.org/officeDocument/2006/relationships/image" Target="../media/image14.sv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Relationship Id="rId3" Type="http://schemas.openxmlformats.org/officeDocument/2006/relationships/image" Target="../media/image16.sv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08837E-BD65-42A8-A74A-932C1060A7AD}" type="datetimeFigureOut">
              <a:rPr lang="en-IN" smtClean="0"/>
              <a:t>09-07-2025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AF638-E7C3-465D-B394-77021136F24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477008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Pitch Deck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61593731"/>
      </p:ext>
    </p:extLst>
  </p:cSld>
  <p:clrMapOvr>
    <a:masterClrMapping/>
  </p:clrMapOvr>
  <p:hf hdr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Pitch Deck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0859886"/>
      </p:ext>
    </p:extLst>
  </p:cSld>
  <p:clrMapOvr>
    <a:masterClrMapping/>
  </p:clrMapOvr>
  <p:hf hdr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Pitch Deck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52346502"/>
      </p:ext>
    </p:extLst>
  </p:cSld>
  <p:clrMapOvr>
    <a:masterClrMapping/>
  </p:clrMapOvr>
  <p:hf hdr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Pitch Deck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737716"/>
      </p:ext>
    </p:extLst>
  </p:cSld>
  <p:clrMapOvr>
    <a:masterClrMapping/>
  </p:clrMapOvr>
  <p:hf hdr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Pitch Deck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041258"/>
      </p:ext>
    </p:extLst>
  </p:cSld>
  <p:clrMapOvr>
    <a:masterClrMapping/>
  </p:clrMapOvr>
  <p:hf hdr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Pitch Deck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77184649"/>
      </p:ext>
    </p:extLst>
  </p:cSld>
  <p:clrMapOvr>
    <a:masterClrMapping/>
  </p:clrMapOvr>
  <p:hf hdr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Pitch Deck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9759956"/>
      </p:ext>
    </p:extLst>
  </p:cSld>
  <p:clrMapOvr>
    <a:masterClrMapping/>
  </p:clrMapOvr>
  <p:hf hdr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Pitch Deck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94717138"/>
      </p:ext>
    </p:extLst>
  </p:cSld>
  <p:clrMapOvr>
    <a:masterClrMapping/>
  </p:clrMapOvr>
  <p:hf hdr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Pitch Deck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74094335"/>
      </p:ext>
    </p:extLst>
  </p:cSld>
  <p:clrMapOvr>
    <a:masterClrMapping/>
  </p:clrMapOvr>
  <p:hf hdr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Pitch Deck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396049585"/>
      </p:ext>
    </p:extLst>
  </p:cSld>
  <p:clrMapOvr>
    <a:masterClrMapping/>
  </p:clrMapOvr>
  <p:hf hdr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Pitch Deck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75986564"/>
      </p:ext>
    </p:extLst>
  </p:cSld>
  <p:clrMapOvr>
    <a:masterClrMapping/>
  </p:clrMapOvr>
  <p:hf hdr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Pitch Deck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01262734"/>
      </p:ext>
    </p:extLst>
  </p:cSld>
  <p:clrMapOvr>
    <a:masterClrMapping/>
  </p:clrMapOvr>
  <p:hf hdr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Pitch Deck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46838054"/>
      </p:ext>
    </p:extLst>
  </p:cSld>
  <p:clrMapOvr>
    <a:masterClrMapping/>
  </p:clrMapOvr>
  <p:hf hdr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Pitch Deck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8353836"/>
      </p:ext>
    </p:extLst>
  </p:cSld>
  <p:clrMapOvr>
    <a:masterClrMapping/>
  </p:clrMapOvr>
  <p:hf hdr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Pitch Deck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06407293"/>
      </p:ext>
    </p:extLst>
  </p:cSld>
  <p:clrMapOvr>
    <a:masterClrMapping/>
  </p:clrMapOvr>
  <p:hf hdr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3 Column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42ACEF30-0520-40B3-A1F1-F3D2530563D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5156" y="892177"/>
            <a:ext cx="8421688" cy="1325563"/>
          </a:xfrm>
        </p:spPr>
        <p:txBody>
          <a:bodyPr>
            <a:normAutofit/>
          </a:bodyPr>
          <a:lstStyle>
            <a:lvl1pPr algn="ctr"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5" name="Text Placeholder 15">
            <a:extLst>
              <a:ext uri="{FF2B5EF4-FFF2-40B4-BE49-F238E27FC236}">
                <a16:creationId xmlns:a16="http://schemas.microsoft.com/office/drawing/2014/main" id="{A1FB681F-A94D-4BF8-8290-0811E98D49D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485900" y="2563123"/>
            <a:ext cx="4031945" cy="365125"/>
          </a:xfrm>
        </p:spPr>
        <p:txBody>
          <a:bodyPr>
            <a:normAutofit/>
          </a:bodyPr>
          <a:lstStyle>
            <a:lvl1pPr marL="0" indent="0" algn="ctr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7" name="Text Placeholder 18">
            <a:extLst>
              <a:ext uri="{FF2B5EF4-FFF2-40B4-BE49-F238E27FC236}">
                <a16:creationId xmlns:a16="http://schemas.microsoft.com/office/drawing/2014/main" id="{61E8C129-EF62-46A8-97F3-3CB5D014FBD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485664" y="3070348"/>
            <a:ext cx="4031030" cy="1057308"/>
          </a:xfrm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31" name="Text Placeholder 15">
            <a:extLst>
              <a:ext uri="{FF2B5EF4-FFF2-40B4-BE49-F238E27FC236}">
                <a16:creationId xmlns:a16="http://schemas.microsoft.com/office/drawing/2014/main" id="{87DD41A9-B6B3-48D9-A3A6-831B39C9158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673004" y="2563123"/>
            <a:ext cx="4031945" cy="365125"/>
          </a:xfrm>
        </p:spPr>
        <p:txBody>
          <a:bodyPr>
            <a:normAutofit/>
          </a:bodyPr>
          <a:lstStyle>
            <a:lvl1pPr marL="0" indent="0" algn="ctr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CLICK TO ADD SUBTITLE</a:t>
            </a:r>
          </a:p>
        </p:txBody>
      </p:sp>
      <p:sp>
        <p:nvSpPr>
          <p:cNvPr id="32" name="Text Placeholder 18">
            <a:extLst>
              <a:ext uri="{FF2B5EF4-FFF2-40B4-BE49-F238E27FC236}">
                <a16:creationId xmlns:a16="http://schemas.microsoft.com/office/drawing/2014/main" id="{FB791E68-EDF5-4CC2-8774-A27AEF1D25E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673143" y="3070348"/>
            <a:ext cx="4031030" cy="1057308"/>
          </a:xfrm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33" name="Text Placeholder 15">
            <a:extLst>
              <a:ext uri="{FF2B5EF4-FFF2-40B4-BE49-F238E27FC236}">
                <a16:creationId xmlns:a16="http://schemas.microsoft.com/office/drawing/2014/main" id="{AA224F82-7E0C-4EBF-97D3-132481DBCDA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485899" y="4319431"/>
            <a:ext cx="4031945" cy="365125"/>
          </a:xfrm>
        </p:spPr>
        <p:txBody>
          <a:bodyPr>
            <a:normAutofit/>
          </a:bodyPr>
          <a:lstStyle>
            <a:lvl1pPr marL="0" indent="0" algn="ctr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CLICK TO ADD SUBTITLE</a:t>
            </a:r>
          </a:p>
        </p:txBody>
      </p:sp>
      <p:sp>
        <p:nvSpPr>
          <p:cNvPr id="34" name="Text Placeholder 18">
            <a:extLst>
              <a:ext uri="{FF2B5EF4-FFF2-40B4-BE49-F238E27FC236}">
                <a16:creationId xmlns:a16="http://schemas.microsoft.com/office/drawing/2014/main" id="{699D24C6-4AFB-4222-8E0C-4D11CD9C0FF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486412" y="4826656"/>
            <a:ext cx="4031030" cy="1057308"/>
          </a:xfrm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12" name="Text Placeholder 15">
            <a:extLst>
              <a:ext uri="{FF2B5EF4-FFF2-40B4-BE49-F238E27FC236}">
                <a16:creationId xmlns:a16="http://schemas.microsoft.com/office/drawing/2014/main" id="{3B05E19C-DF33-4515-AC52-F95850810EC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672630" y="4319431"/>
            <a:ext cx="4031945" cy="365125"/>
          </a:xfrm>
        </p:spPr>
        <p:txBody>
          <a:bodyPr>
            <a:normAutofit/>
          </a:bodyPr>
          <a:lstStyle>
            <a:lvl1pPr marL="0" indent="0" algn="ctr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CLICK TO ADD SUBTITLE</a:t>
            </a:r>
          </a:p>
        </p:txBody>
      </p:sp>
      <p:sp>
        <p:nvSpPr>
          <p:cNvPr id="13" name="Text Placeholder 18">
            <a:extLst>
              <a:ext uri="{FF2B5EF4-FFF2-40B4-BE49-F238E27FC236}">
                <a16:creationId xmlns:a16="http://schemas.microsoft.com/office/drawing/2014/main" id="{C0EBC62D-442C-45D3-B66B-C6578FBB3370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673143" y="4826656"/>
            <a:ext cx="4031030" cy="1057308"/>
          </a:xfrm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8EC90C5-A811-4E5C-ADD1-A89DB4E94DAA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/>
          <a:lstStyle/>
          <a:p>
            <a:r>
              <a:rPr lang="en-US" dirty="0"/>
              <a:t>20XX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356B621-AE19-45D3-B25F-23256C242DDD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en-US" dirty="0"/>
              <a:t>Pitch Deck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58BDCB2-D8C3-4571-8154-76BEA9AE41A8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9298DCF7-7DC1-4618-8133-F63847B0AF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688388" y="0"/>
            <a:ext cx="3503612" cy="235295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53A6567-233D-4A3B-B52B-DE7E5E35A1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9720943" y="0"/>
            <a:ext cx="2471057" cy="269903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Graphic 6">
            <a:extLst>
              <a:ext uri="{FF2B5EF4-FFF2-40B4-BE49-F238E27FC236}">
                <a16:creationId xmlns:a16="http://schemas.microsoft.com/office/drawing/2014/main" id="{64D564EB-CA78-42C6-AD76-3C4E7B3AEA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473953"/>
            <a:ext cx="2057400" cy="1647825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1CFFBB3A-BDCF-4878-8D04-E8BB9A050E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049000" y="5180889"/>
            <a:ext cx="11430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148761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991350" y="2571235"/>
            <a:ext cx="4179570" cy="1715531"/>
          </a:xfrm>
        </p:spPr>
        <p:txBody>
          <a:bodyPr anchor="ctr">
            <a:noAutofit/>
          </a:bodyPr>
          <a:lstStyle>
            <a:lvl1pPr algn="l">
              <a:defRPr sz="3600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F05D2CCB-CCFC-4A8A-ADA9-C1E4D13B968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828675"/>
            <a:ext cx="5876925" cy="5200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866880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AEE644D4-F9A4-4237-BD5C-4B97ABA933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558165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2FF67A8-55FA-435D-A18C-96D63D22B5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20169" y="1152771"/>
            <a:ext cx="5431971" cy="846301"/>
          </a:xfrm>
        </p:spPr>
        <p:txBody>
          <a:bodyPr anchor="t">
            <a:normAutofit/>
          </a:bodyPr>
          <a:lstStyle>
            <a:lvl1pPr>
              <a:defRPr lang="en-US" sz="28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DAC7E4E-FE06-4E90-8107-6B543E5515ED}"/>
              </a:ext>
            </a:extLst>
          </p:cNvPr>
          <p:cNvCxnSpPr/>
          <p:nvPr/>
        </p:nvCxnSpPr>
        <p:spPr>
          <a:xfrm flipV="1">
            <a:off x="2209800" y="0"/>
            <a:ext cx="2438400" cy="6858000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 Placeholder 15">
            <a:extLst>
              <a:ext uri="{FF2B5EF4-FFF2-40B4-BE49-F238E27FC236}">
                <a16:creationId xmlns:a16="http://schemas.microsoft.com/office/drawing/2014/main" id="{3864668D-D640-4ABF-BB9A-D60176660F0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22254" y="2469515"/>
            <a:ext cx="5433204" cy="365125"/>
          </a:xfrm>
        </p:spPr>
        <p:txBody>
          <a:bodyPr>
            <a:normAutofit/>
          </a:bodyPr>
          <a:lstStyle>
            <a:lvl1pPr marL="0" indent="0">
              <a:buNone/>
              <a:defRPr lang="en-US" sz="20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2" name="Text Placeholder 18">
            <a:extLst>
              <a:ext uri="{FF2B5EF4-FFF2-40B4-BE49-F238E27FC236}">
                <a16:creationId xmlns:a16="http://schemas.microsoft.com/office/drawing/2014/main" id="{2E289D5A-B06B-43D4-A3CA-3B06C4D49FD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21828" y="2798940"/>
            <a:ext cx="5431971" cy="55795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13" name="Text Placeholder 15">
            <a:extLst>
              <a:ext uri="{FF2B5EF4-FFF2-40B4-BE49-F238E27FC236}">
                <a16:creationId xmlns:a16="http://schemas.microsoft.com/office/drawing/2014/main" id="{1DCC2995-DE17-436D-82AE-6E107865CB79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922254" y="3569311"/>
            <a:ext cx="5433204" cy="365125"/>
          </a:xfrm>
        </p:spPr>
        <p:txBody>
          <a:bodyPr>
            <a:normAutofit/>
          </a:bodyPr>
          <a:lstStyle>
            <a:lvl1pPr marL="0" indent="0">
              <a:buNone/>
              <a:defRPr lang="en-US" sz="20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4" name="Text Placeholder 18">
            <a:extLst>
              <a:ext uri="{FF2B5EF4-FFF2-40B4-BE49-F238E27FC236}">
                <a16:creationId xmlns:a16="http://schemas.microsoft.com/office/drawing/2014/main" id="{C7E70A65-1FB1-4F42-854B-8213ED73F79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921828" y="3898736"/>
            <a:ext cx="5431971" cy="55795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15" name="Text Placeholder 15">
            <a:extLst>
              <a:ext uri="{FF2B5EF4-FFF2-40B4-BE49-F238E27FC236}">
                <a16:creationId xmlns:a16="http://schemas.microsoft.com/office/drawing/2014/main" id="{45657994-DC61-4DEB-BB2B-65DFCA997AF1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5922254" y="4669107"/>
            <a:ext cx="5433204" cy="365125"/>
          </a:xfrm>
        </p:spPr>
        <p:txBody>
          <a:bodyPr>
            <a:normAutofit/>
          </a:bodyPr>
          <a:lstStyle>
            <a:lvl1pPr marL="0" indent="0">
              <a:buNone/>
              <a:defRPr lang="en-US" sz="20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6" name="Text Placeholder 18">
            <a:extLst>
              <a:ext uri="{FF2B5EF4-FFF2-40B4-BE49-F238E27FC236}">
                <a16:creationId xmlns:a16="http://schemas.microsoft.com/office/drawing/2014/main" id="{18397EE2-60CD-47FD-AF8F-83A5324D9D18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921828" y="4998532"/>
            <a:ext cx="5431971" cy="55795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17" name="Date Placeholder 2">
            <a:extLst>
              <a:ext uri="{FF2B5EF4-FFF2-40B4-BE49-F238E27FC236}">
                <a16:creationId xmlns:a16="http://schemas.microsoft.com/office/drawing/2014/main" id="{1E25EFF1-65C7-4F93-8740-46885C6BEA57}"/>
              </a:ext>
            </a:extLst>
          </p:cNvPr>
          <p:cNvSpPr>
            <a:spLocks noGrp="1"/>
          </p:cNvSpPr>
          <p:nvPr>
            <p:ph type="dt" sz="half" idx="20"/>
          </p:nvPr>
        </p:nvSpPr>
        <p:spPr>
          <a:xfrm>
            <a:off x="5919680" y="6356350"/>
            <a:ext cx="947516" cy="365125"/>
          </a:xfrm>
        </p:spPr>
        <p:txBody>
          <a:bodyPr/>
          <a:lstStyle>
            <a:lvl1pPr>
              <a:defRPr sz="900"/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18" name="Footer Placeholder 3">
            <a:extLst>
              <a:ext uri="{FF2B5EF4-FFF2-40B4-BE49-F238E27FC236}">
                <a16:creationId xmlns:a16="http://schemas.microsoft.com/office/drawing/2014/main" id="{C16D80BF-B599-4FC0-ABD5-98777872FE5F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>
          <a:xfrm>
            <a:off x="7161955" y="6356350"/>
            <a:ext cx="3243942" cy="365125"/>
          </a:xfrm>
        </p:spPr>
        <p:txBody>
          <a:bodyPr/>
          <a:lstStyle>
            <a:lvl1pPr>
              <a:defRPr sz="900"/>
            </a:lvl1pPr>
          </a:lstStyle>
          <a:p>
            <a:r>
              <a:rPr lang="en-US" dirty="0"/>
              <a:t>Pitch Deck</a:t>
            </a:r>
          </a:p>
        </p:txBody>
      </p:sp>
      <p:sp>
        <p:nvSpPr>
          <p:cNvPr id="19" name="Slide Number Placeholder 4">
            <a:extLst>
              <a:ext uri="{FF2B5EF4-FFF2-40B4-BE49-F238E27FC236}">
                <a16:creationId xmlns:a16="http://schemas.microsoft.com/office/drawing/2014/main" id="{F64421B1-FF90-4939-90BD-8206DE5036D0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>
          <a:xfrm>
            <a:off x="10700656" y="6356350"/>
            <a:ext cx="653143" cy="365125"/>
          </a:xfrm>
        </p:spPr>
        <p:txBody>
          <a:bodyPr/>
          <a:lstStyle>
            <a:lvl1pPr>
              <a:defRPr sz="900"/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79877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rket comparison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5156" y="892177"/>
            <a:ext cx="8421688" cy="1325563"/>
          </a:xfrm>
        </p:spPr>
        <p:txBody>
          <a:bodyPr>
            <a:normAutofit/>
          </a:bodyPr>
          <a:lstStyle>
            <a:lvl1pPr algn="ctr">
              <a:defRPr lang="en-US" sz="28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2063855" y="3064615"/>
            <a:ext cx="1240971" cy="823912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4000" kern="1200" cap="all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A066E2EA-C6EA-4A02-818E-33BD582D92E7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5475514" y="3064615"/>
            <a:ext cx="1240971" cy="823912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4000" kern="1200" cap="all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97B9C3B0-3522-407C-B662-631E19ECC95F}"/>
              </a:ext>
            </a:extLst>
          </p:cNvPr>
          <p:cNvSpPr>
            <a:spLocks noGrp="1"/>
          </p:cNvSpPr>
          <p:nvPr>
            <p:ph type="body" idx="16" hasCustomPrompt="1"/>
          </p:nvPr>
        </p:nvSpPr>
        <p:spPr>
          <a:xfrm>
            <a:off x="8887174" y="3064615"/>
            <a:ext cx="1240971" cy="823912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4000" kern="1200" cap="all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C9B20CF-6B91-4562-B799-0ABDAEBC0D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129698" y="4824188"/>
            <a:ext cx="3124093" cy="462927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buNone/>
              <a:defRPr sz="2000" cap="all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36EE64B-44BF-4634-97BC-5ED74C6DF28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526261" y="4824188"/>
            <a:ext cx="3139479" cy="462927"/>
          </a:xfrm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buNone/>
              <a:defRPr sz="2000" cap="all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2000" cap="all" spc="50" baseline="0">
                <a:solidFill>
                  <a:schemeClr val="bg1"/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C464A9BD-B815-4632-8F54-6EB70E48BAFF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7938210" y="4824188"/>
            <a:ext cx="3124093" cy="462927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buNone/>
              <a:defRPr sz="2000" cap="all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B38B0D13-BD5F-460B-B337-F4A9342026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65141" y="2358007"/>
            <a:ext cx="2438400" cy="2019300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BE72876B-D3DA-4462-9E24-3354D8D02A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000625" y="2531837"/>
            <a:ext cx="2190750" cy="1943100"/>
          </a:xfrm>
          <a:prstGeom prst="rect">
            <a:avLst/>
          </a:prstGeom>
        </p:spPr>
      </p:pic>
      <p:pic>
        <p:nvPicPr>
          <p:cNvPr id="15" name="Graphic 14">
            <a:extLst>
              <a:ext uri="{FF2B5EF4-FFF2-40B4-BE49-F238E27FC236}">
                <a16:creationId xmlns:a16="http://schemas.microsoft.com/office/drawing/2014/main" id="{14A539B6-6E3F-41BA-ACE2-76E8BB6516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345608" y="2421056"/>
            <a:ext cx="2324100" cy="2057400"/>
          </a:xfrm>
          <a:prstGeom prst="rect">
            <a:avLst/>
          </a:prstGeom>
        </p:spPr>
      </p:pic>
      <p:sp>
        <p:nvSpPr>
          <p:cNvPr id="25" name="Content Placeholder 3">
            <a:extLst>
              <a:ext uri="{FF2B5EF4-FFF2-40B4-BE49-F238E27FC236}">
                <a16:creationId xmlns:a16="http://schemas.microsoft.com/office/drawing/2014/main" id="{82D8880F-3EAC-45C9-91F2-19A193791A18}"/>
              </a:ext>
            </a:extLst>
          </p:cNvPr>
          <p:cNvSpPr>
            <a:spLocks noGrp="1"/>
          </p:cNvSpPr>
          <p:nvPr>
            <p:ph sz="half" idx="17"/>
          </p:nvPr>
        </p:nvSpPr>
        <p:spPr>
          <a:xfrm>
            <a:off x="1129698" y="5280763"/>
            <a:ext cx="3124093" cy="462927"/>
          </a:xfrm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cap="none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Content Placeholder 5">
            <a:extLst>
              <a:ext uri="{FF2B5EF4-FFF2-40B4-BE49-F238E27FC236}">
                <a16:creationId xmlns:a16="http://schemas.microsoft.com/office/drawing/2014/main" id="{9019518E-E850-403D-A5B5-4B53F8C4A56B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4526261" y="5280763"/>
            <a:ext cx="3139479" cy="462927"/>
          </a:xfrm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cap="none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lnSpc>
                <a:spcPct val="100000"/>
              </a:lnSpc>
              <a:buNone/>
              <a:defRPr sz="1400" cap="none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27" name="Content Placeholder 3">
            <a:extLst>
              <a:ext uri="{FF2B5EF4-FFF2-40B4-BE49-F238E27FC236}">
                <a16:creationId xmlns:a16="http://schemas.microsoft.com/office/drawing/2014/main" id="{A8058154-45E5-403E-B714-AC85774F391F}"/>
              </a:ext>
            </a:extLst>
          </p:cNvPr>
          <p:cNvSpPr>
            <a:spLocks noGrp="1"/>
          </p:cNvSpPr>
          <p:nvPr>
            <p:ph sz="half" idx="19"/>
          </p:nvPr>
        </p:nvSpPr>
        <p:spPr>
          <a:xfrm>
            <a:off x="7938210" y="5280763"/>
            <a:ext cx="3124093" cy="462927"/>
          </a:xfrm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cap="none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255C16C-AA88-4BBF-8040-11ECFED61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/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E560E3-F935-488F-8F0E-191D7B6B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/>
            </a:lvl1pPr>
          </a:lstStyle>
          <a:p>
            <a:r>
              <a:rPr lang="en-US" dirty="0"/>
              <a:t>Pitch Deck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B9CD8B2-CC23-467F-B0EE-2CC06D630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/>
            </a:lvl1pPr>
          </a:lstStyle>
          <a:p>
            <a:fld id="{B5CEABB6-07DC-46E8-9B57-56EC44A396E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261931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raphic 13">
            <a:extLst>
              <a:ext uri="{FF2B5EF4-FFF2-40B4-BE49-F238E27FC236}">
                <a16:creationId xmlns:a16="http://schemas.microsoft.com/office/drawing/2014/main" id="{AE202E03-5C65-4305-B969-65220AD410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18301" r="41825" b="23071"/>
          <a:stretch/>
        </p:blipFill>
        <p:spPr>
          <a:xfrm flipH="1">
            <a:off x="0" y="0"/>
            <a:ext cx="5441888" cy="6858000"/>
          </a:xfrm>
          <a:custGeom>
            <a:avLst/>
            <a:gdLst>
              <a:gd name="connsiteX0" fmla="*/ 5441888 w 5441888"/>
              <a:gd name="connsiteY0" fmla="*/ 0 h 6858000"/>
              <a:gd name="connsiteX1" fmla="*/ 0 w 5441888"/>
              <a:gd name="connsiteY1" fmla="*/ 0 h 6858000"/>
              <a:gd name="connsiteX2" fmla="*/ 0 w 5441888"/>
              <a:gd name="connsiteY2" fmla="*/ 6858000 h 6858000"/>
              <a:gd name="connsiteX3" fmla="*/ 5441888 w 5441888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441888" h="6858000">
                <a:moveTo>
                  <a:pt x="5441888" y="0"/>
                </a:moveTo>
                <a:lnTo>
                  <a:pt x="0" y="0"/>
                </a:lnTo>
                <a:lnTo>
                  <a:pt x="0" y="6858000"/>
                </a:lnTo>
                <a:lnTo>
                  <a:pt x="5441888" y="6858000"/>
                </a:lnTo>
                <a:close/>
              </a:path>
            </a:pathLst>
          </a:custGeom>
        </p:spPr>
      </p:pic>
      <p:sp>
        <p:nvSpPr>
          <p:cNvPr id="19" name="Title 1">
            <a:extLst>
              <a:ext uri="{FF2B5EF4-FFF2-40B4-BE49-F238E27FC236}">
                <a16:creationId xmlns:a16="http://schemas.microsoft.com/office/drawing/2014/main" id="{1E1C8C6D-0530-475B-A7F7-0E00C33ACF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20169" y="1152771"/>
            <a:ext cx="5431971" cy="846301"/>
          </a:xfrm>
        </p:spPr>
        <p:txBody>
          <a:bodyPr anchor="t">
            <a:normAutofit/>
          </a:bodyPr>
          <a:lstStyle>
            <a:lvl1pPr>
              <a:defRPr lang="en-US" sz="28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0" name="Text Placeholder 15">
            <a:extLst>
              <a:ext uri="{FF2B5EF4-FFF2-40B4-BE49-F238E27FC236}">
                <a16:creationId xmlns:a16="http://schemas.microsoft.com/office/drawing/2014/main" id="{3D2778A3-7084-4333-8349-03B1FEB5FE7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22254" y="2469515"/>
            <a:ext cx="5433204" cy="365125"/>
          </a:xfrm>
        </p:spPr>
        <p:txBody>
          <a:bodyPr>
            <a:normAutofit/>
          </a:bodyPr>
          <a:lstStyle>
            <a:lvl1pPr marL="0" indent="0">
              <a:buNone/>
              <a:defRPr lang="en-US" sz="20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25" name="Text Placeholder 18">
            <a:extLst>
              <a:ext uri="{FF2B5EF4-FFF2-40B4-BE49-F238E27FC236}">
                <a16:creationId xmlns:a16="http://schemas.microsoft.com/office/drawing/2014/main" id="{70ED2545-F96B-400C-B6F4-F1D2D83B724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21828" y="2798940"/>
            <a:ext cx="5431971" cy="55795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26" name="Text Placeholder 15">
            <a:extLst>
              <a:ext uri="{FF2B5EF4-FFF2-40B4-BE49-F238E27FC236}">
                <a16:creationId xmlns:a16="http://schemas.microsoft.com/office/drawing/2014/main" id="{4A2FECA2-3808-47DC-84EB-CD3395C2052D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922254" y="3569311"/>
            <a:ext cx="5433204" cy="365125"/>
          </a:xfrm>
        </p:spPr>
        <p:txBody>
          <a:bodyPr>
            <a:normAutofit/>
          </a:bodyPr>
          <a:lstStyle>
            <a:lvl1pPr marL="0" indent="0">
              <a:buNone/>
              <a:defRPr lang="en-US" sz="20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27" name="Text Placeholder 18">
            <a:extLst>
              <a:ext uri="{FF2B5EF4-FFF2-40B4-BE49-F238E27FC236}">
                <a16:creationId xmlns:a16="http://schemas.microsoft.com/office/drawing/2014/main" id="{24393B9A-03C4-45C1-8172-F8B354458A48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921828" y="3898736"/>
            <a:ext cx="5431971" cy="55795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28" name="Text Placeholder 15">
            <a:extLst>
              <a:ext uri="{FF2B5EF4-FFF2-40B4-BE49-F238E27FC236}">
                <a16:creationId xmlns:a16="http://schemas.microsoft.com/office/drawing/2014/main" id="{18EC24A5-B4A5-4BAB-AE40-30EB69D6EF73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5922254" y="4669107"/>
            <a:ext cx="5433204" cy="365125"/>
          </a:xfrm>
        </p:spPr>
        <p:txBody>
          <a:bodyPr>
            <a:normAutofit/>
          </a:bodyPr>
          <a:lstStyle>
            <a:lvl1pPr marL="0" indent="0">
              <a:buNone/>
              <a:defRPr lang="en-US" sz="20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29" name="Text Placeholder 18">
            <a:extLst>
              <a:ext uri="{FF2B5EF4-FFF2-40B4-BE49-F238E27FC236}">
                <a16:creationId xmlns:a16="http://schemas.microsoft.com/office/drawing/2014/main" id="{726F36C0-4E6A-4A10-960D-11D78D044478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921828" y="4998532"/>
            <a:ext cx="5431971" cy="55795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21" name="Date Placeholder 6">
            <a:extLst>
              <a:ext uri="{FF2B5EF4-FFF2-40B4-BE49-F238E27FC236}">
                <a16:creationId xmlns:a16="http://schemas.microsoft.com/office/drawing/2014/main" id="{71F34533-9677-48AF-9374-976825F4BB7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>
            <a:lvl1pPr>
              <a:defRPr sz="900"/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22" name="Footer Placeholder 7">
            <a:extLst>
              <a:ext uri="{FF2B5EF4-FFF2-40B4-BE49-F238E27FC236}">
                <a16:creationId xmlns:a16="http://schemas.microsoft.com/office/drawing/2014/main" id="{4FAB8A26-B99E-4F96-8327-A932A14F2C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>
            <a:lvl1pPr>
              <a:defRPr sz="900"/>
            </a:lvl1pPr>
          </a:lstStyle>
          <a:p>
            <a:r>
              <a:rPr lang="en-US" dirty="0"/>
              <a:t>Pitch Deck</a:t>
            </a:r>
          </a:p>
        </p:txBody>
      </p:sp>
      <p:sp>
        <p:nvSpPr>
          <p:cNvPr id="24" name="Slide Number Placeholder 8">
            <a:extLst>
              <a:ext uri="{FF2B5EF4-FFF2-40B4-BE49-F238E27FC236}">
                <a16:creationId xmlns:a16="http://schemas.microsoft.com/office/drawing/2014/main" id="{EB0962D2-BCC3-48AB-A769-2A7327D291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>
            <a:lvl1pPr>
              <a:defRPr sz="900"/>
            </a:lvl1pPr>
          </a:lstStyle>
          <a:p>
            <a:fld id="{B5CEABB6-07DC-46E8-9B57-56EC44A396E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7693348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000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D46070C-E825-43D0-99F4-8B4614131131}"/>
              </a:ext>
            </a:extLst>
          </p:cNvPr>
          <p:cNvSpPr/>
          <p:nvPr userDrawn="1"/>
        </p:nvSpPr>
        <p:spPr>
          <a:xfrm>
            <a:off x="0" y="3057683"/>
            <a:ext cx="12191998" cy="201019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1F8C642-49FB-4E16-A3A0-B2ACBEABFFD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>
            <a:normAutofit/>
          </a:bodyPr>
          <a:lstStyle>
            <a:lvl1pPr algn="l"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 dirty="0"/>
              <a:t>CLICK TO EDIT MASTER TITLE STYLE</a:t>
            </a:r>
          </a:p>
        </p:txBody>
      </p:sp>
      <p:sp>
        <p:nvSpPr>
          <p:cNvPr id="6" name="Text Placeholder 10">
            <a:extLst>
              <a:ext uri="{FF2B5EF4-FFF2-40B4-BE49-F238E27FC236}">
                <a16:creationId xmlns:a16="http://schemas.microsoft.com/office/drawing/2014/main" id="{E4E92FC5-6FC2-45C2-9200-3244F9EA69A0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14399" y="3354712"/>
            <a:ext cx="731520" cy="457200"/>
          </a:xfrm>
        </p:spPr>
        <p:txBody>
          <a:bodyPr anchor="ctr"/>
          <a:lstStyle>
            <a:lvl1pPr marL="0" indent="0" algn="l">
              <a:buNone/>
              <a:defRPr sz="1400" b="1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 noProof="0" dirty="0"/>
              <a:t>Year</a:t>
            </a:r>
          </a:p>
        </p:txBody>
      </p:sp>
      <p:sp>
        <p:nvSpPr>
          <p:cNvPr id="7" name="Text Placeholder 10">
            <a:extLst>
              <a:ext uri="{FF2B5EF4-FFF2-40B4-BE49-F238E27FC236}">
                <a16:creationId xmlns:a16="http://schemas.microsoft.com/office/drawing/2014/main" id="{4D75C136-D6C3-4431-8776-997070627AAB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1965960" y="3502152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8" name="Text Placeholder 10">
            <a:extLst>
              <a:ext uri="{FF2B5EF4-FFF2-40B4-BE49-F238E27FC236}">
                <a16:creationId xmlns:a16="http://schemas.microsoft.com/office/drawing/2014/main" id="{FD15D323-BFE3-4ACE-9A2E-C9EB69458B12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2753880" y="3502152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9" name="Text Placeholder 10">
            <a:extLst>
              <a:ext uri="{FF2B5EF4-FFF2-40B4-BE49-F238E27FC236}">
                <a16:creationId xmlns:a16="http://schemas.microsoft.com/office/drawing/2014/main" id="{3B520767-B49F-4503-8120-B66E411F33E4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3541800" y="3502152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10" name="Text Placeholder 10">
            <a:extLst>
              <a:ext uri="{FF2B5EF4-FFF2-40B4-BE49-F238E27FC236}">
                <a16:creationId xmlns:a16="http://schemas.microsoft.com/office/drawing/2014/main" id="{30C2F5A0-E03E-4C89-B9EB-8D48889F5F91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4329720" y="3502152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AB3645A3-D681-45BF-B195-452D000802C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914400" y="4292468"/>
            <a:ext cx="731520" cy="457200"/>
          </a:xfrm>
        </p:spPr>
        <p:txBody>
          <a:bodyPr anchor="ctr"/>
          <a:lstStyle>
            <a:lvl1pPr marL="0" indent="0" algn="l">
              <a:buNone/>
              <a:defRPr sz="1400" b="1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 noProof="0" dirty="0"/>
              <a:t>Year</a:t>
            </a:r>
          </a:p>
        </p:txBody>
      </p:sp>
      <p:sp>
        <p:nvSpPr>
          <p:cNvPr id="12" name="Text Placeholder 10">
            <a:extLst>
              <a:ext uri="{FF2B5EF4-FFF2-40B4-BE49-F238E27FC236}">
                <a16:creationId xmlns:a16="http://schemas.microsoft.com/office/drawing/2014/main" id="{59D3CBFE-13C8-4DB1-A831-9393264923E7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5117640" y="3502152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13" name="Text Placeholder 10">
            <a:extLst>
              <a:ext uri="{FF2B5EF4-FFF2-40B4-BE49-F238E27FC236}">
                <a16:creationId xmlns:a16="http://schemas.microsoft.com/office/drawing/2014/main" id="{82385A0A-C61D-4BBD-AC77-D7642F895E22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5905560" y="3502152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14" name="Text Placeholder 10">
            <a:extLst>
              <a:ext uri="{FF2B5EF4-FFF2-40B4-BE49-F238E27FC236}">
                <a16:creationId xmlns:a16="http://schemas.microsoft.com/office/drawing/2014/main" id="{FED89FCE-7507-4C8C-923F-922290589466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6693480" y="3502152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15" name="Text Placeholder 10">
            <a:extLst>
              <a:ext uri="{FF2B5EF4-FFF2-40B4-BE49-F238E27FC236}">
                <a16:creationId xmlns:a16="http://schemas.microsoft.com/office/drawing/2014/main" id="{F2F73935-BF53-4510-8B8F-EDB1CD56A1BB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9057240" y="3502152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16" name="Text Placeholder 10">
            <a:extLst>
              <a:ext uri="{FF2B5EF4-FFF2-40B4-BE49-F238E27FC236}">
                <a16:creationId xmlns:a16="http://schemas.microsoft.com/office/drawing/2014/main" id="{2A9276DB-F427-4F8E-8E4C-466600F390FD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481400" y="3502152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17" name="Text Placeholder 10">
            <a:extLst>
              <a:ext uri="{FF2B5EF4-FFF2-40B4-BE49-F238E27FC236}">
                <a16:creationId xmlns:a16="http://schemas.microsoft.com/office/drawing/2014/main" id="{79023948-0C1E-4DAB-B885-1C713409AA08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8269320" y="3502152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18" name="Text Placeholder 10">
            <a:extLst>
              <a:ext uri="{FF2B5EF4-FFF2-40B4-BE49-F238E27FC236}">
                <a16:creationId xmlns:a16="http://schemas.microsoft.com/office/drawing/2014/main" id="{4AB6A03C-6180-41ED-A88D-ECBB80D160F2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9845160" y="3502152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19" name="Text Placeholder 10">
            <a:extLst>
              <a:ext uri="{FF2B5EF4-FFF2-40B4-BE49-F238E27FC236}">
                <a16:creationId xmlns:a16="http://schemas.microsoft.com/office/drawing/2014/main" id="{145AD645-55F0-41A9-AC53-ED30BF1340BA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10633085" y="3502152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20" name="Text Placeholder 10">
            <a:extLst>
              <a:ext uri="{FF2B5EF4-FFF2-40B4-BE49-F238E27FC236}">
                <a16:creationId xmlns:a16="http://schemas.microsoft.com/office/drawing/2014/main" id="{C39F248D-01B4-40EE-B483-E8E81806DFBE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1969915" y="4425696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21" name="Text Placeholder 10">
            <a:extLst>
              <a:ext uri="{FF2B5EF4-FFF2-40B4-BE49-F238E27FC236}">
                <a16:creationId xmlns:a16="http://schemas.microsoft.com/office/drawing/2014/main" id="{1D0F1859-7A34-42DF-873E-2CF864E4C4BE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2757602" y="4425696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22" name="Text Placeholder 10">
            <a:extLst>
              <a:ext uri="{FF2B5EF4-FFF2-40B4-BE49-F238E27FC236}">
                <a16:creationId xmlns:a16="http://schemas.microsoft.com/office/drawing/2014/main" id="{6EB397AF-B5C1-40FE-86D4-BA660E4C6E46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3545289" y="4425696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23" name="Text Placeholder 10">
            <a:extLst>
              <a:ext uri="{FF2B5EF4-FFF2-40B4-BE49-F238E27FC236}">
                <a16:creationId xmlns:a16="http://schemas.microsoft.com/office/drawing/2014/main" id="{AF1343D5-DC0F-4C7E-967F-CFC300A2C80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4332976" y="4425696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24" name="Text Placeholder 10">
            <a:extLst>
              <a:ext uri="{FF2B5EF4-FFF2-40B4-BE49-F238E27FC236}">
                <a16:creationId xmlns:a16="http://schemas.microsoft.com/office/drawing/2014/main" id="{9AD688A5-D2DF-4FC3-8171-FAEA8C4F5566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5120663" y="4425696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25" name="Text Placeholder 10">
            <a:extLst>
              <a:ext uri="{FF2B5EF4-FFF2-40B4-BE49-F238E27FC236}">
                <a16:creationId xmlns:a16="http://schemas.microsoft.com/office/drawing/2014/main" id="{EA05A5D4-01B0-4932-B03E-571986E282EA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5908350" y="4425696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26" name="Text Placeholder 10">
            <a:extLst>
              <a:ext uri="{FF2B5EF4-FFF2-40B4-BE49-F238E27FC236}">
                <a16:creationId xmlns:a16="http://schemas.microsoft.com/office/drawing/2014/main" id="{72A84601-CD4F-49ED-8D51-CEF032363058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696037" y="4425696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27" name="Text Placeholder 10">
            <a:extLst>
              <a:ext uri="{FF2B5EF4-FFF2-40B4-BE49-F238E27FC236}">
                <a16:creationId xmlns:a16="http://schemas.microsoft.com/office/drawing/2014/main" id="{C49FB196-753D-4A12-9460-57D8AB4B540B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9059098" y="4425696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28" name="Text Placeholder 10">
            <a:extLst>
              <a:ext uri="{FF2B5EF4-FFF2-40B4-BE49-F238E27FC236}">
                <a16:creationId xmlns:a16="http://schemas.microsoft.com/office/drawing/2014/main" id="{DFC05EC7-9D6C-486B-9E2F-D3612013C0A1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7483724" y="4425696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29" name="Text Placeholder 10">
            <a:extLst>
              <a:ext uri="{FF2B5EF4-FFF2-40B4-BE49-F238E27FC236}">
                <a16:creationId xmlns:a16="http://schemas.microsoft.com/office/drawing/2014/main" id="{98F455FB-241B-4E1F-B581-FA6CBA239545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8271411" y="4425696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30" name="Text Placeholder 10">
            <a:extLst>
              <a:ext uri="{FF2B5EF4-FFF2-40B4-BE49-F238E27FC236}">
                <a16:creationId xmlns:a16="http://schemas.microsoft.com/office/drawing/2014/main" id="{9E38664A-8108-4E24-800B-3C32ADA43978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9846785" y="4425696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31" name="Text Placeholder 10">
            <a:extLst>
              <a:ext uri="{FF2B5EF4-FFF2-40B4-BE49-F238E27FC236}">
                <a16:creationId xmlns:a16="http://schemas.microsoft.com/office/drawing/2014/main" id="{2908458B-A3ED-4855-9E08-108D7C4A8D36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10634472" y="4425696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FFA35437-CCDE-4D92-B879-F23B329C8EC3}"/>
              </a:ext>
            </a:extLst>
          </p:cNvPr>
          <p:cNvSpPr/>
          <p:nvPr userDrawn="1"/>
        </p:nvSpPr>
        <p:spPr>
          <a:xfrm>
            <a:off x="929640" y="4034785"/>
            <a:ext cx="10332720" cy="45719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6" name="Date Placeholder 2">
            <a:extLst>
              <a:ext uri="{FF2B5EF4-FFF2-40B4-BE49-F238E27FC236}">
                <a16:creationId xmlns:a16="http://schemas.microsoft.com/office/drawing/2014/main" id="{1CDC588F-73BC-4108-974B-0EAAB8213CE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>
            <a:lvl1pPr>
              <a:defRPr sz="900"/>
            </a:lvl1pPr>
          </a:lstStyle>
          <a:p>
            <a:r>
              <a:rPr lang="en-US" noProof="0" dirty="0"/>
              <a:t>20XX</a:t>
            </a:r>
          </a:p>
        </p:txBody>
      </p:sp>
      <p:sp>
        <p:nvSpPr>
          <p:cNvPr id="37" name="Footer Placeholder 3">
            <a:extLst>
              <a:ext uri="{FF2B5EF4-FFF2-40B4-BE49-F238E27FC236}">
                <a16:creationId xmlns:a16="http://schemas.microsoft.com/office/drawing/2014/main" id="{B2AC1EB2-9B8F-4077-8B66-64F9549F2C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>
            <a:lvl1pPr>
              <a:defRPr sz="900"/>
            </a:lvl1pPr>
          </a:lstStyle>
          <a:p>
            <a:r>
              <a:rPr lang="en-US" noProof="0" dirty="0"/>
              <a:t>Pitch Deck</a:t>
            </a:r>
          </a:p>
        </p:txBody>
      </p:sp>
      <p:sp>
        <p:nvSpPr>
          <p:cNvPr id="38" name="Slide Number Placeholder 4">
            <a:extLst>
              <a:ext uri="{FF2B5EF4-FFF2-40B4-BE49-F238E27FC236}">
                <a16:creationId xmlns:a16="http://schemas.microsoft.com/office/drawing/2014/main" id="{28DE3E33-346A-45AF-B164-CB5DF04FAE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>
            <a:lvl1pPr>
              <a:defRPr sz="900"/>
            </a:lvl1pPr>
          </a:lstStyle>
          <a:p>
            <a:fld id="{B5CEABB6-07DC-46E8-9B57-56EC44A396E5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05632346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mart Ar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5C4E19-B78B-4E39-B661-7E6A2E6C500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>
            <a:normAutofit/>
          </a:bodyPr>
          <a:lstStyle>
            <a:lvl1pPr algn="ctr"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E085D26-FA83-4414-959E-98936A7726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/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FB52E93-DE4C-4341-8D83-F0230E38B1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/>
            </a:lvl1pPr>
          </a:lstStyle>
          <a:p>
            <a:r>
              <a:rPr lang="en-US" dirty="0"/>
              <a:t>Pitch Deck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6988B2D-0240-4256-8268-4B9FF1E72363}"/>
              </a:ext>
            </a:extLst>
          </p:cNvPr>
          <p:cNvCxnSpPr>
            <a:cxnSpLocks/>
          </p:cNvCxnSpPr>
          <p:nvPr/>
        </p:nvCxnSpPr>
        <p:spPr>
          <a:xfrm flipV="1">
            <a:off x="0" y="0"/>
            <a:ext cx="2590800" cy="762000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D8EEAAE1-3D04-41C3-B2D2-B3BEF34C3B27}"/>
              </a:ext>
            </a:extLst>
          </p:cNvPr>
          <p:cNvCxnSpPr>
            <a:cxnSpLocks/>
          </p:cNvCxnSpPr>
          <p:nvPr/>
        </p:nvCxnSpPr>
        <p:spPr>
          <a:xfrm flipH="1">
            <a:off x="0" y="0"/>
            <a:ext cx="704850" cy="1027906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C467230-4A0F-4B18-8BA9-C3B2FDD59C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/>
            </a:lvl1pPr>
          </a:lstStyle>
          <a:p>
            <a:fld id="{B5CEABB6-07DC-46E8-9B57-56EC44A396E5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5756781-A599-0594-4502-A54BC85E87F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838199" y="2136775"/>
            <a:ext cx="10515599" cy="36972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354313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5156" y="892177"/>
            <a:ext cx="8421688" cy="1325563"/>
          </a:xfrm>
        </p:spPr>
        <p:txBody>
          <a:bodyPr>
            <a:normAutofit/>
          </a:bodyPr>
          <a:lstStyle>
            <a:lvl1pPr algn="ctr"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ADC2540D-94C4-405B-8607-0CEDD6F54B9C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1075447" y="2370670"/>
            <a:ext cx="1856232" cy="1664208"/>
          </a:xfrm>
        </p:spPr>
        <p:txBody>
          <a:bodyPr>
            <a:no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 dirty="0"/>
              <a:t>Click to add content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8200" y="3788813"/>
            <a:ext cx="2330726" cy="804859"/>
          </a:xfrm>
        </p:spPr>
        <p:txBody>
          <a:bodyPr lIns="0" rIns="0" anchor="b">
            <a:noAutofit/>
          </a:bodyPr>
          <a:lstStyle>
            <a:lvl1pPr marL="0" indent="0" algn="ctr">
              <a:buNone/>
              <a:defRPr lang="en-US" sz="32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E43D2F47-FAF2-42C2-967D-251DD4B940D7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838200" y="4464810"/>
            <a:ext cx="2330726" cy="438505"/>
          </a:xfrm>
        </p:spPr>
        <p:txBody>
          <a:bodyPr lIns="0" rIns="0" anchor="b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C9B20CF-6B91-4562-B799-0ABDAEBC0D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8200" y="5120722"/>
            <a:ext cx="2330726" cy="853167"/>
          </a:xfrm>
        </p:spPr>
        <p:txBody>
          <a:bodyPr lIns="0" rIns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/>
            </a:lvl2pPr>
            <a:lvl3pPr marL="914400" indent="0">
              <a:lnSpc>
                <a:spcPct val="100000"/>
              </a:lnSpc>
              <a:buNone/>
              <a:defRPr sz="1400" spc="50" baseline="0"/>
            </a:lvl3pPr>
            <a:lvl4pPr marL="1371600" indent="0">
              <a:lnSpc>
                <a:spcPct val="100000"/>
              </a:lnSpc>
              <a:buNone/>
              <a:defRPr sz="1400" spc="50" baseline="0"/>
            </a:lvl4pPr>
            <a:lvl5pPr marL="1828800" indent="0">
              <a:lnSpc>
                <a:spcPct val="100000"/>
              </a:lnSpc>
              <a:buNone/>
              <a:defRPr sz="1400" spc="50" baseline="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Content Placeholder 10">
            <a:extLst>
              <a:ext uri="{FF2B5EF4-FFF2-40B4-BE49-F238E27FC236}">
                <a16:creationId xmlns:a16="http://schemas.microsoft.com/office/drawing/2014/main" id="{11C6EC54-ADFA-4CFF-9E9B-DC7E96C854C2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3805651" y="2370670"/>
            <a:ext cx="1856232" cy="1664208"/>
          </a:xfrm>
        </p:spPr>
        <p:txBody>
          <a:bodyPr>
            <a:no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 dirty="0"/>
              <a:t>Click to add content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374FC39-67F6-42EA-BCD1-F69AE2F0F22D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3562665" y="3788813"/>
            <a:ext cx="2342205" cy="804859"/>
          </a:xfrm>
        </p:spPr>
        <p:txBody>
          <a:bodyPr lIns="0" rIns="0" anchor="b">
            <a:noAutofit/>
          </a:bodyPr>
          <a:lstStyle>
            <a:lvl1pPr marL="0" indent="0" algn="ctr">
              <a:buNone/>
              <a:defRPr lang="en-US" sz="32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3322C250-87FC-4F14-A42C-FFDA120D0D6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562665" y="4464810"/>
            <a:ext cx="2342205" cy="438505"/>
          </a:xfrm>
        </p:spPr>
        <p:txBody>
          <a:bodyPr lIns="0" rIns="0" anchor="b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dirty="0"/>
              <a:t>CLICK TO EDIT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36EE64B-44BF-4634-97BC-5ED74C6DF28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3562665" y="5120722"/>
            <a:ext cx="2342205" cy="853167"/>
          </a:xfrm>
        </p:spPr>
        <p:txBody>
          <a:bodyPr lIns="0" rIns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/>
            </a:lvl2pPr>
            <a:lvl3pPr marL="914400" indent="0">
              <a:lnSpc>
                <a:spcPct val="100000"/>
              </a:lnSpc>
              <a:buNone/>
              <a:defRPr sz="1400" spc="50" baseline="0"/>
            </a:lvl3pPr>
            <a:lvl4pPr marL="1371600" indent="0">
              <a:lnSpc>
                <a:spcPct val="100000"/>
              </a:lnSpc>
              <a:buNone/>
              <a:defRPr sz="1400" spc="50" baseline="0"/>
            </a:lvl4pPr>
            <a:lvl5pPr marL="1828800" indent="0">
              <a:lnSpc>
                <a:spcPct val="100000"/>
              </a:lnSpc>
              <a:buNone/>
              <a:defRPr sz="1400" spc="50" baseline="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Content Placeholder 10">
            <a:extLst>
              <a:ext uri="{FF2B5EF4-FFF2-40B4-BE49-F238E27FC236}">
                <a16:creationId xmlns:a16="http://schemas.microsoft.com/office/drawing/2014/main" id="{1B6DD41C-FCE2-4AC6-A235-2FF1B905DAAD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6530117" y="2370670"/>
            <a:ext cx="1856232" cy="1664208"/>
          </a:xfrm>
        </p:spPr>
        <p:txBody>
          <a:bodyPr>
            <a:no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 dirty="0"/>
              <a:t>Click to add content</a:t>
            </a:r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1F60A771-8BBC-4565-AB09-402DA7CB2780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6298609" y="3788813"/>
            <a:ext cx="2330726" cy="804859"/>
          </a:xfrm>
        </p:spPr>
        <p:txBody>
          <a:bodyPr lIns="0" rIns="0" anchor="b">
            <a:noAutofit/>
          </a:bodyPr>
          <a:lstStyle>
            <a:lvl1pPr marL="0" indent="0" algn="ctr">
              <a:buNone/>
              <a:defRPr lang="en-US" sz="32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D3C675D6-83FA-4036-B516-098EDCAF2506}"/>
              </a:ext>
            </a:extLst>
          </p:cNvPr>
          <p:cNvSpPr>
            <a:spLocks noGrp="1"/>
          </p:cNvSpPr>
          <p:nvPr>
            <p:ph type="body" idx="19" hasCustomPrompt="1"/>
          </p:nvPr>
        </p:nvSpPr>
        <p:spPr>
          <a:xfrm>
            <a:off x="6298609" y="4464810"/>
            <a:ext cx="2330726" cy="438505"/>
          </a:xfrm>
        </p:spPr>
        <p:txBody>
          <a:bodyPr lIns="0" rIns="0" anchor="b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C464A9BD-B815-4632-8F54-6EB70E48BAFF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6298609" y="5120722"/>
            <a:ext cx="2330726" cy="853167"/>
          </a:xfrm>
        </p:spPr>
        <p:txBody>
          <a:bodyPr lIns="0" rIns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/>
            </a:lvl2pPr>
            <a:lvl3pPr marL="914400" indent="0">
              <a:lnSpc>
                <a:spcPct val="100000"/>
              </a:lnSpc>
              <a:buNone/>
              <a:defRPr sz="1400" spc="50" baseline="0"/>
            </a:lvl3pPr>
            <a:lvl4pPr marL="1371600" indent="0">
              <a:lnSpc>
                <a:spcPct val="100000"/>
              </a:lnSpc>
              <a:buNone/>
              <a:defRPr sz="1400" spc="50" baseline="0"/>
            </a:lvl4pPr>
            <a:lvl5pPr marL="1828800" indent="0">
              <a:lnSpc>
                <a:spcPct val="100000"/>
              </a:lnSpc>
              <a:buNone/>
              <a:defRPr sz="1400" spc="50" baseline="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Content Placeholder 10">
            <a:extLst>
              <a:ext uri="{FF2B5EF4-FFF2-40B4-BE49-F238E27FC236}">
                <a16:creationId xmlns:a16="http://schemas.microsoft.com/office/drawing/2014/main" id="{CEB4C3DB-E51E-4479-90C2-DFE5DB4B2482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9260321" y="2370670"/>
            <a:ext cx="1856232" cy="1664208"/>
          </a:xfrm>
        </p:spPr>
        <p:txBody>
          <a:bodyPr>
            <a:no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 dirty="0"/>
              <a:t>Click to add content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84A1E92D-A5BF-4268-BFF3-1418A1F03589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9023074" y="3788457"/>
            <a:ext cx="2330726" cy="804859"/>
          </a:xfrm>
        </p:spPr>
        <p:txBody>
          <a:bodyPr lIns="0" rIns="0" anchor="b">
            <a:noAutofit/>
          </a:bodyPr>
          <a:lstStyle>
            <a:lvl1pPr marL="0" indent="0" algn="ctr">
              <a:buNone/>
              <a:defRPr lang="en-US" sz="32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B6439AAC-8A96-4015-8A87-ED8DF7027B60}"/>
              </a:ext>
            </a:extLst>
          </p:cNvPr>
          <p:cNvSpPr>
            <a:spLocks noGrp="1"/>
          </p:cNvSpPr>
          <p:nvPr>
            <p:ph type="body" idx="20" hasCustomPrompt="1"/>
          </p:nvPr>
        </p:nvSpPr>
        <p:spPr>
          <a:xfrm>
            <a:off x="9023074" y="4464454"/>
            <a:ext cx="2330726" cy="438505"/>
          </a:xfrm>
        </p:spPr>
        <p:txBody>
          <a:bodyPr lIns="0" rIns="0" anchor="b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463D7850-C2A6-43CE-BBE4-8E81A0A593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0" y="0"/>
            <a:ext cx="1238250" cy="1328057"/>
          </a:xfrm>
          <a:prstGeom prst="line">
            <a:avLst/>
          </a:prstGeom>
          <a:ln w="3175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EBAD3E03-2E3B-440C-9105-6F9D33006D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0" y="0"/>
            <a:ext cx="3790950" cy="892177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492F9083-A886-4EEB-94D6-1FAE6DC33000}"/>
              </a:ext>
            </a:extLst>
          </p:cNvPr>
          <p:cNvSpPr>
            <a:spLocks noGrp="1"/>
          </p:cNvSpPr>
          <p:nvPr>
            <p:ph sz="half" idx="16"/>
          </p:nvPr>
        </p:nvSpPr>
        <p:spPr>
          <a:xfrm>
            <a:off x="9023074" y="5120366"/>
            <a:ext cx="2330726" cy="853167"/>
          </a:xfrm>
        </p:spPr>
        <p:txBody>
          <a:bodyPr lIns="0" rIns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/>
            </a:lvl2pPr>
            <a:lvl3pPr marL="914400" indent="0">
              <a:lnSpc>
                <a:spcPct val="100000"/>
              </a:lnSpc>
              <a:buNone/>
              <a:defRPr sz="1400" spc="50" baseline="0"/>
            </a:lvl3pPr>
            <a:lvl4pPr marL="1371600" indent="0">
              <a:lnSpc>
                <a:spcPct val="100000"/>
              </a:lnSpc>
              <a:buNone/>
              <a:defRPr sz="1400" spc="50" baseline="0"/>
            </a:lvl4pPr>
            <a:lvl5pPr marL="1828800" indent="0">
              <a:lnSpc>
                <a:spcPct val="100000"/>
              </a:lnSpc>
              <a:buNone/>
              <a:defRPr sz="1400" spc="50" baseline="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255C16C-AA88-4BBF-8040-11ECFED61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/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E560E3-F935-488F-8F0E-191D7B6B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/>
            </a:lvl1pPr>
          </a:lstStyle>
          <a:p>
            <a:r>
              <a:rPr lang="en-US" dirty="0"/>
              <a:t>Pitch Deck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B9CD8B2-CC23-467F-B0EE-2CC06D630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/>
            </a:lvl1pPr>
          </a:lstStyle>
          <a:p>
            <a:fld id="{B5CEABB6-07DC-46E8-9B57-56EC44A396E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8669631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20XX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Pitch Deck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80514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2" r:id="rId1"/>
    <p:sldLayoutId id="2147483753" r:id="rId2"/>
    <p:sldLayoutId id="2147483754" r:id="rId3"/>
    <p:sldLayoutId id="2147483755" r:id="rId4"/>
    <p:sldLayoutId id="2147483756" r:id="rId5"/>
    <p:sldLayoutId id="2147483757" r:id="rId6"/>
    <p:sldLayoutId id="2147483758" r:id="rId7"/>
    <p:sldLayoutId id="2147483759" r:id="rId8"/>
    <p:sldLayoutId id="2147483760" r:id="rId9"/>
    <p:sldLayoutId id="2147483761" r:id="rId10"/>
    <p:sldLayoutId id="2147483762" r:id="rId11"/>
    <p:sldLayoutId id="2147483763" r:id="rId12"/>
    <p:sldLayoutId id="2147483764" r:id="rId13"/>
    <p:sldLayoutId id="2147483765" r:id="rId14"/>
    <p:sldLayoutId id="2147483766" r:id="rId15"/>
    <p:sldLayoutId id="2147483767" r:id="rId16"/>
    <p:sldLayoutId id="2147483688" r:id="rId17"/>
    <p:sldLayoutId id="2147483673" r:id="rId18"/>
    <p:sldLayoutId id="2147483676" r:id="rId19"/>
    <p:sldLayoutId id="2147483699" r:id="rId20"/>
    <p:sldLayoutId id="2147483700" r:id="rId21"/>
    <p:sldLayoutId id="2147483692" r:id="rId22"/>
    <p:sldLayoutId id="2147483681" r:id="rId23"/>
    <p:sldLayoutId id="2147483696" r:id="rId24"/>
  </p:sldLayoutIdLst>
  <p:hf hdr="0"/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7.png"/><Relationship Id="rId3" Type="http://schemas.openxmlformats.org/officeDocument/2006/relationships/image" Target="../media/image18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097280"/>
            <a:ext cx="7315200" cy="1371600"/>
          </a:xfrm>
          <a:prstGeom prst="rect">
            <a:avLst/>
          </a:prstGeom>
          <a:noFill/>
        </p:spPr>
        <p:txBody>
          <a:bodyPr wrap="none" lIns="274320" rIns="274320" tIns="182880" bIns="182880">
            <a:spAutoFit/>
          </a:bodyPr>
          <a:lstStyle/>
          <a:p>
            <a:pPr algn="ctr">
              <a:defRPr sz="5400">
                <a:solidFill>
                  <a:srgbClr val="C0392B"/>
                </a:solidFill>
                <a:latin typeface="Calibri"/>
              </a:defRPr>
            </a:pPr>
          </a:p>
        </p:txBody>
      </p:sp>
      <p:sp>
        <p:nvSpPr>
          <p:cNvPr id="3" name="Rectangle 2"/>
          <p:cNvSpPr/>
          <p:nvPr/>
        </p:nvSpPr>
        <p:spPr>
          <a:xfrm>
            <a:off x="1371600" y="914400"/>
            <a:ext cx="6400800" cy="109728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371600" y="2286000"/>
            <a:ext cx="6400800" cy="109728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926080"/>
            <a:ext cx="7315200" cy="914400"/>
          </a:xfrm>
          <a:prstGeom prst="rect">
            <a:avLst/>
          </a:prstGeom>
          <a:noFill/>
        </p:spPr>
        <p:txBody>
          <a:bodyPr wrap="none" lIns="274320" rIns="274320" tIns="91440" bIns="91440">
            <a:spAutoFit/>
          </a:bodyPr>
          <a:lstStyle/>
          <a:p>
            <a:pPr algn="ctr">
              <a:defRPr sz="2800">
                <a:solidFill>
                  <a:srgbClr val="E74C3C"/>
                </a:solidFill>
                <a:latin typeface="Segoe UI"/>
              </a:defRPr>
            </a:pPr>
            <a:r>
              <a:t>Quotation for motherboard from Otsuka Co.</a:t>
            </a:r>
          </a:p>
        </p:txBody>
      </p:sp>
      <p:pic>
        <p:nvPicPr>
          <p:cNvPr id="6" name="Picture 5" descr="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5943600"/>
            <a:ext cx="914400" cy="604846"/>
          </a:xfrm>
          <a:prstGeom prst="rect">
            <a:avLst/>
          </a:prstGeom>
        </p:spPr>
      </p:pic>
      <p:pic>
        <p:nvPicPr>
          <p:cNvPr id="7" name="Picture 6" descr="motherboar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0" y="4114800"/>
            <a:ext cx="3657600" cy="24384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 lIns="182880" rIns="182880" tIns="91440" bIns="91440">
            <a:spAutoFit/>
          </a:bodyPr>
          <a:lstStyle/>
          <a:p>
            <a:pPr algn="ctr">
              <a:defRPr sz="3800" b="1">
                <a:solidFill>
                  <a:srgbClr val="C0392B"/>
                </a:solidFill>
                <a:latin typeface="Segoe UI Semibold"/>
              </a:defRPr>
            </a:pPr>
            <a:r>
              <a:t>Customer Need</a:t>
            </a:r>
          </a:p>
        </p:txBody>
      </p:sp>
      <p:sp>
        <p:nvSpPr>
          <p:cNvPr id="3" name="Rectangle 2"/>
          <p:cNvSpPr/>
          <p:nvPr/>
        </p:nvSpPr>
        <p:spPr>
          <a:xfrm>
            <a:off x="1828800" y="1188720"/>
            <a:ext cx="5486400" cy="64008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7680960" cy="5029200"/>
          </a:xfrm>
          <a:prstGeom prst="rect">
            <a:avLst/>
          </a:prstGeom>
          <a:noFill/>
        </p:spPr>
        <p:txBody>
          <a:bodyPr wrap="square" lIns="274320" rIns="274320" tIns="182880" bIns="182880">
            <a:spAutoFit/>
          </a:bodyPr>
          <a:lstStyle/>
          <a:p>
            <a:pPr algn="l">
              <a:spcBef>
                <a:spcPts val="800"/>
              </a:spcBef>
              <a:spcAft>
                <a:spcPts val="16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Otsuka Corporation requires high-performance CPUs for their new engineering workstations.</a:t>
            </a:r>
          </a:p>
          <a:p>
            <a:pPr algn="l">
              <a:spcBef>
                <a:spcPts val="800"/>
              </a:spcBef>
              <a:spcAft>
                <a:spcPts val="1600"/>
              </a:spcAft>
              <a:defRPr sz="2000">
                <a:solidFill>
                  <a:srgbClr val="781414"/>
                </a:solidFill>
                <a:latin typeface="Segoe UI"/>
              </a:defRPr>
            </a:pPr>
            <a:r>
              <a:t>• Reliable and scalable processing power to support business growth.</a:t>
            </a:r>
          </a:p>
          <a:p>
            <a:pPr algn="l">
              <a:spcBef>
                <a:spcPts val="800"/>
              </a:spcBef>
              <a:spcAft>
                <a:spcPts val="16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Advanced compute for design, simulation, and AI workloads.</a:t>
            </a:r>
          </a:p>
          <a:p>
            <a:pPr algn="l">
              <a:spcBef>
                <a:spcPts val="800"/>
              </a:spcBef>
              <a:spcAft>
                <a:spcPts val="1600"/>
              </a:spcAft>
              <a:defRPr sz="2000">
                <a:solidFill>
                  <a:srgbClr val="781414"/>
                </a:solidFill>
                <a:latin typeface="Segoe UI"/>
              </a:defRPr>
            </a:pPr>
            <a:r>
              <a:t>• Comprehensive warranty and support required.</a:t>
            </a:r>
          </a:p>
          <a:p>
            <a:pPr algn="l">
              <a:spcBef>
                <a:spcPts val="800"/>
              </a:spcBef>
              <a:spcAft>
                <a:spcPts val="16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Efficient delivery and installation.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658368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969696"/>
                </a:solidFill>
                <a:latin typeface="Segoe UI"/>
              </a:defRPr>
            </a:pPr>
            <a:r>
              <a:t>2</a:t>
            </a:r>
          </a:p>
        </p:txBody>
      </p:sp>
      <p:pic>
        <p:nvPicPr>
          <p:cNvPr id="6" name="Picture 5" descr="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82880"/>
            <a:ext cx="914400" cy="60484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 lIns="182880" rIns="182880" tIns="91440" bIns="91440">
            <a:spAutoFit/>
          </a:bodyPr>
          <a:lstStyle/>
          <a:p>
            <a:pPr algn="ctr">
              <a:defRPr sz="3800" b="1">
                <a:solidFill>
                  <a:srgbClr val="C0392B"/>
                </a:solidFill>
                <a:latin typeface="Segoe UI Semibold"/>
              </a:defRPr>
            </a:pPr>
            <a:r>
              <a:t>Our Solution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1828800" y="1188720"/>
            <a:ext cx="5486400" cy="64008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7680960" cy="5029200"/>
          </a:xfrm>
          <a:prstGeom prst="rect">
            <a:avLst/>
          </a:prstGeom>
          <a:noFill/>
        </p:spPr>
        <p:txBody>
          <a:bodyPr wrap="square" lIns="274320" rIns="274320" tIns="182880" bIns="182880">
            <a:spAutoFit/>
          </a:bodyPr>
          <a:lstStyle/>
          <a:p>
            <a:pPr algn="l">
              <a:spcBef>
                <a:spcPts val="800"/>
              </a:spcBef>
              <a:spcAft>
                <a:spcPts val="16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Intel Core i9-13900K: 24 cores, 32 threads, up to 5.8GHz turbo.</a:t>
            </a:r>
          </a:p>
          <a:p>
            <a:pPr algn="l">
              <a:spcBef>
                <a:spcPts val="800"/>
              </a:spcBef>
              <a:spcAft>
                <a:spcPts val="1600"/>
              </a:spcAft>
              <a:defRPr sz="2000">
                <a:solidFill>
                  <a:srgbClr val="781414"/>
                </a:solidFill>
                <a:latin typeface="Segoe UI"/>
              </a:defRPr>
            </a:pPr>
            <a:r>
              <a:t>• Latest 13th Gen Intel architecture for top-tier performance.</a:t>
            </a:r>
          </a:p>
          <a:p>
            <a:pPr algn="l">
              <a:spcBef>
                <a:spcPts val="800"/>
              </a:spcBef>
              <a:spcAft>
                <a:spcPts val="16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Compatible with DDR5 memory and PCIe 5.0 for future-proofing.</a:t>
            </a:r>
          </a:p>
          <a:p>
            <a:pPr algn="l">
              <a:spcBef>
                <a:spcPts val="800"/>
              </a:spcBef>
              <a:spcAft>
                <a:spcPts val="1600"/>
              </a:spcAft>
              <a:defRPr sz="2000">
                <a:solidFill>
                  <a:srgbClr val="781414"/>
                </a:solidFill>
                <a:latin typeface="Segoe UI"/>
              </a:defRPr>
            </a:pPr>
            <a:r>
              <a:t>• 3 years warranty and standard support included.</a:t>
            </a:r>
          </a:p>
          <a:p>
            <a:pPr algn="l">
              <a:spcBef>
                <a:spcPts val="800"/>
              </a:spcBef>
              <a:spcAft>
                <a:spcPts val="16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Onsite installation and basic testing included.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658368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969696"/>
                </a:solidFill>
                <a:latin typeface="Segoe UI"/>
              </a:defRPr>
            </a:pPr>
            <a:r>
              <a:t>3</a:t>
            </a:r>
          </a:p>
        </p:txBody>
      </p:sp>
      <p:pic>
        <p:nvPicPr>
          <p:cNvPr id="6" name="Picture 5" descr="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82880"/>
            <a:ext cx="914400" cy="60484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 lIns="182880" rIns="182880" tIns="91440" bIns="91440">
            <a:spAutoFit/>
          </a:bodyPr>
          <a:lstStyle/>
          <a:p>
            <a:pPr algn="ctr">
              <a:defRPr sz="3800" b="1">
                <a:solidFill>
                  <a:srgbClr val="C0392B"/>
                </a:solidFill>
                <a:latin typeface="Segoe UI Semibold"/>
              </a:defRPr>
            </a:pPr>
            <a:r>
              <a:t>Product Overview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1828800" y="1188720"/>
            <a:ext cx="5486400" cy="64008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7680960" cy="5029200"/>
          </a:xfrm>
          <a:prstGeom prst="rect">
            <a:avLst/>
          </a:prstGeom>
          <a:noFill/>
        </p:spPr>
        <p:txBody>
          <a:bodyPr wrap="square" lIns="274320" rIns="274320" tIns="182880" bIns="182880">
            <a:spAutoFit/>
          </a:bodyPr>
          <a:lstStyle/>
          <a:p>
            <a:pPr algn="l">
              <a:spcBef>
                <a:spcPts val="800"/>
              </a:spcBef>
              <a:spcAft>
                <a:spcPts val="16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Intel Core i9-13900K: 24 cores, 32 threads, 3.0GHz base, 5.8GHz turbo.</a:t>
            </a:r>
          </a:p>
          <a:p>
            <a:pPr algn="l">
              <a:spcBef>
                <a:spcPts val="800"/>
              </a:spcBef>
              <a:spcAft>
                <a:spcPts val="1600"/>
              </a:spcAft>
              <a:defRPr sz="2000">
                <a:solidFill>
                  <a:srgbClr val="781414"/>
                </a:solidFill>
                <a:latin typeface="Segoe UI"/>
              </a:defRPr>
            </a:pPr>
            <a:r>
              <a:t>• Supports advanced workloads: engineering, AI, and simulation.</a:t>
            </a:r>
          </a:p>
          <a:p>
            <a:pPr algn="l">
              <a:spcBef>
                <a:spcPts val="800"/>
              </a:spcBef>
              <a:spcAft>
                <a:spcPts val="16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Energy-efficient design with high reliability.</a:t>
            </a:r>
          </a:p>
          <a:p>
            <a:pPr algn="l">
              <a:spcBef>
                <a:spcPts val="800"/>
              </a:spcBef>
              <a:spcAft>
                <a:spcPts val="1600"/>
              </a:spcAft>
              <a:defRPr sz="2000">
                <a:solidFill>
                  <a:srgbClr val="781414"/>
                </a:solidFill>
                <a:latin typeface="Segoe UI"/>
              </a:defRPr>
            </a:pPr>
            <a:r>
              <a:t>• Compatible with ASUS ROG STRIX Z790-E Gaming motherboard.</a:t>
            </a:r>
          </a:p>
          <a:p>
            <a:pPr algn="l">
              <a:spcBef>
                <a:spcPts val="800"/>
              </a:spcBef>
              <a:spcAft>
                <a:spcPts val="16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All products covered by manufacturer warranty.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658368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969696"/>
                </a:solidFill>
                <a:latin typeface="Segoe UI"/>
              </a:defRPr>
            </a:pPr>
            <a:r>
              <a:t>4</a:t>
            </a:r>
          </a:p>
        </p:txBody>
      </p:sp>
      <p:pic>
        <p:nvPicPr>
          <p:cNvPr id="6" name="Picture 5" descr="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82880"/>
            <a:ext cx="914400" cy="60484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 lIns="182880" rIns="182880" tIns="91440" bIns="91440">
            <a:spAutoFit/>
          </a:bodyPr>
          <a:lstStyle/>
          <a:p>
            <a:pPr algn="ctr">
              <a:defRPr sz="3800" b="1">
                <a:solidFill>
                  <a:srgbClr val="C0392B"/>
                </a:solidFill>
                <a:latin typeface="Segoe UI Semibold"/>
              </a:defRPr>
            </a:pPr>
            <a:r>
              <a:t>Pricing Breakdown</a:t>
            </a:r>
          </a:p>
        </p:txBody>
      </p:sp>
      <p:sp>
        <p:nvSpPr>
          <p:cNvPr id="3" name="Rectangle 2"/>
          <p:cNvSpPr/>
          <p:nvPr/>
        </p:nvSpPr>
        <p:spPr>
          <a:xfrm>
            <a:off x="1828800" y="1188720"/>
            <a:ext cx="5486400" cy="64008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7680960" cy="5029200"/>
          </a:xfrm>
          <a:prstGeom prst="rect">
            <a:avLst/>
          </a:prstGeom>
          <a:noFill/>
        </p:spPr>
        <p:txBody>
          <a:bodyPr wrap="square" lIns="274320" rIns="274320" tIns="182880" bIns="182880">
            <a:spAutoFit/>
          </a:bodyPr>
          <a:lstStyle/>
          <a:p>
            <a:pPr algn="l">
              <a:spcBef>
                <a:spcPts val="800"/>
              </a:spcBef>
              <a:spcAft>
                <a:spcPts val="16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Intel Core i9-13900K: $600 each.</a:t>
            </a:r>
          </a:p>
          <a:p>
            <a:pPr algn="l">
              <a:spcBef>
                <a:spcPts val="800"/>
              </a:spcBef>
              <a:spcAft>
                <a:spcPts val="1600"/>
              </a:spcAft>
              <a:defRPr sz="2000">
                <a:solidFill>
                  <a:srgbClr val="781414"/>
                </a:solidFill>
                <a:latin typeface="Segoe UI"/>
              </a:defRPr>
            </a:pPr>
            <a:r>
              <a:t>• ASUS ROG STRIX Z790-E Gaming: $400.</a:t>
            </a:r>
          </a:p>
          <a:p>
            <a:pPr algn="l">
              <a:spcBef>
                <a:spcPts val="800"/>
              </a:spcBef>
              <a:spcAft>
                <a:spcPts val="16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Total: $1,000 USD (includes installation and testing).</a:t>
            </a:r>
          </a:p>
          <a:p>
            <a:pPr algn="l">
              <a:spcBef>
                <a:spcPts val="800"/>
              </a:spcBef>
              <a:spcAft>
                <a:spcPts val="1600"/>
              </a:spcAft>
              <a:defRPr sz="2000">
                <a:solidFill>
                  <a:srgbClr val="781414"/>
                </a:solidFill>
                <a:latin typeface="Segoe UI"/>
              </a:defRPr>
            </a:pPr>
            <a:r>
              <a:t>• No hidden fees. Transparent pricing.</a:t>
            </a:r>
          </a:p>
          <a:p>
            <a:pPr algn="l">
              <a:spcBef>
                <a:spcPts val="800"/>
              </a:spcBef>
              <a:spcAft>
                <a:spcPts val="16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Quotation valid for 30 days.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658368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969696"/>
                </a:solidFill>
                <a:latin typeface="Segoe UI"/>
              </a:defRPr>
            </a:pPr>
            <a:r>
              <a:t>5</a:t>
            </a:r>
          </a:p>
        </p:txBody>
      </p:sp>
      <p:pic>
        <p:nvPicPr>
          <p:cNvPr id="6" name="Picture 5" descr="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82880"/>
            <a:ext cx="914400" cy="60484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 lIns="182880" rIns="182880" tIns="91440" bIns="91440">
            <a:spAutoFit/>
          </a:bodyPr>
          <a:lstStyle/>
          <a:p>
            <a:pPr algn="ctr">
              <a:defRPr sz="3800" b="1">
                <a:solidFill>
                  <a:srgbClr val="C0392B"/>
                </a:solidFill>
                <a:latin typeface="Segoe UI Semibold"/>
              </a:defRPr>
            </a:pPr>
            <a:r>
              <a:t>Warranty &amp; Support</a:t>
            </a:r>
          </a:p>
        </p:txBody>
      </p:sp>
      <p:sp>
        <p:nvSpPr>
          <p:cNvPr id="3" name="Rectangle 2"/>
          <p:cNvSpPr/>
          <p:nvPr/>
        </p:nvSpPr>
        <p:spPr>
          <a:xfrm>
            <a:off x="1828800" y="1188720"/>
            <a:ext cx="5486400" cy="64008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7680960" cy="5029200"/>
          </a:xfrm>
          <a:prstGeom prst="rect">
            <a:avLst/>
          </a:prstGeom>
          <a:noFill/>
        </p:spPr>
        <p:txBody>
          <a:bodyPr wrap="square" lIns="274320" rIns="274320" tIns="182880" bIns="182880">
            <a:spAutoFit/>
          </a:bodyPr>
          <a:lstStyle/>
          <a:p>
            <a:pPr algn="l">
              <a:spcBef>
                <a:spcPts val="800"/>
              </a:spcBef>
              <a:spcAft>
                <a:spcPts val="16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3 years warranty for CPU.</a:t>
            </a:r>
          </a:p>
          <a:p>
            <a:pPr algn="l">
              <a:spcBef>
                <a:spcPts val="800"/>
              </a:spcBef>
              <a:spcAft>
                <a:spcPts val="1600"/>
              </a:spcAft>
              <a:defRPr sz="2000">
                <a:solidFill>
                  <a:srgbClr val="781414"/>
                </a:solidFill>
                <a:latin typeface="Segoe UI"/>
              </a:defRPr>
            </a:pPr>
            <a:r>
              <a:t>• 2 years warranty for motherboard.</a:t>
            </a:r>
          </a:p>
          <a:p>
            <a:pPr algn="l">
              <a:spcBef>
                <a:spcPts val="800"/>
              </a:spcBef>
              <a:spcAft>
                <a:spcPts val="16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Standard support for all components.</a:t>
            </a:r>
          </a:p>
          <a:p>
            <a:pPr algn="l">
              <a:spcBef>
                <a:spcPts val="800"/>
              </a:spcBef>
              <a:spcAft>
                <a:spcPts val="1600"/>
              </a:spcAft>
              <a:defRPr sz="2000">
                <a:solidFill>
                  <a:srgbClr val="781414"/>
                </a:solidFill>
                <a:latin typeface="Segoe UI"/>
              </a:defRPr>
            </a:pPr>
            <a:r>
              <a:t>• Onsite installation and basic testing included.</a:t>
            </a:r>
          </a:p>
          <a:p>
            <a:pPr algn="l">
              <a:spcBef>
                <a:spcPts val="800"/>
              </a:spcBef>
              <a:spcAft>
                <a:spcPts val="16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Remote diagnostics and proactive monitoring.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658368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969696"/>
                </a:solidFill>
                <a:latin typeface="Segoe UI"/>
              </a:defRPr>
            </a:pPr>
            <a:r>
              <a:t>6</a:t>
            </a:r>
          </a:p>
        </p:txBody>
      </p:sp>
      <p:pic>
        <p:nvPicPr>
          <p:cNvPr id="6" name="Picture 5" descr="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82880"/>
            <a:ext cx="914400" cy="60484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 lIns="182880" rIns="182880" tIns="91440" bIns="91440">
            <a:spAutoFit/>
          </a:bodyPr>
          <a:lstStyle/>
          <a:p>
            <a:pPr algn="ctr">
              <a:defRPr sz="3800" b="1">
                <a:solidFill>
                  <a:srgbClr val="C0392B"/>
                </a:solidFill>
                <a:latin typeface="Segoe UI Semibold"/>
              </a:defRPr>
            </a:pPr>
            <a:r>
              <a:t>Delivery Timeline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1828800" y="1188720"/>
            <a:ext cx="5486400" cy="64008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7680960" cy="5029200"/>
          </a:xfrm>
          <a:prstGeom prst="rect">
            <a:avLst/>
          </a:prstGeom>
          <a:noFill/>
        </p:spPr>
        <p:txBody>
          <a:bodyPr wrap="square" lIns="274320" rIns="274320" tIns="182880" bIns="182880">
            <a:spAutoFit/>
          </a:bodyPr>
          <a:lstStyle/>
          <a:p>
            <a:pPr algn="l">
              <a:spcBef>
                <a:spcPts val="800"/>
              </a:spcBef>
              <a:spcAft>
                <a:spcPts val="16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Estimated delivery: 2-3 weeks from order confirmation.</a:t>
            </a:r>
          </a:p>
          <a:p>
            <a:pPr algn="l">
              <a:spcBef>
                <a:spcPts val="800"/>
              </a:spcBef>
              <a:spcAft>
                <a:spcPts val="1600"/>
              </a:spcAft>
              <a:defRPr sz="2000">
                <a:solidFill>
                  <a:srgbClr val="781414"/>
                </a:solidFill>
                <a:latin typeface="Segoe UI"/>
              </a:defRPr>
            </a:pPr>
            <a:r>
              <a:t>• Onsite installation scheduled upon delivery.</a:t>
            </a:r>
          </a:p>
          <a:p>
            <a:pPr algn="l">
              <a:spcBef>
                <a:spcPts val="800"/>
              </a:spcBef>
              <a:spcAft>
                <a:spcPts val="16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Minimal disruption to daily operations.</a:t>
            </a:r>
          </a:p>
          <a:p>
            <a:pPr algn="l">
              <a:spcBef>
                <a:spcPts val="800"/>
              </a:spcBef>
              <a:spcAft>
                <a:spcPts val="1600"/>
              </a:spcAft>
              <a:defRPr sz="2000">
                <a:solidFill>
                  <a:srgbClr val="781414"/>
                </a:solidFill>
                <a:latin typeface="Segoe UI"/>
              </a:defRPr>
            </a:pPr>
            <a:r>
              <a:t>• Flexible scheduling to suit your needs.</a:t>
            </a:r>
          </a:p>
          <a:p>
            <a:pPr algn="l">
              <a:spcBef>
                <a:spcPts val="800"/>
              </a:spcBef>
              <a:spcAft>
                <a:spcPts val="16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Dedicated project manager for smooth implementation.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658368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969696"/>
                </a:solidFill>
                <a:latin typeface="Segoe UI"/>
              </a:defRPr>
            </a:pPr>
            <a:r>
              <a:t>7</a:t>
            </a:r>
          </a:p>
        </p:txBody>
      </p:sp>
      <p:pic>
        <p:nvPicPr>
          <p:cNvPr id="6" name="Picture 5" descr="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82880"/>
            <a:ext cx="914400" cy="60484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 lIns="182880" rIns="182880" tIns="91440" bIns="91440">
            <a:spAutoFit/>
          </a:bodyPr>
          <a:lstStyle/>
          <a:p>
            <a:pPr algn="ctr">
              <a:defRPr sz="3200" b="1">
                <a:solidFill>
                  <a:srgbClr val="C0392B"/>
                </a:solidFill>
                <a:latin typeface="Segoe UI Semibold"/>
              </a:defRPr>
            </a:pPr>
            <a:r>
              <a:t>Product Comparison</a:t>
            </a:r>
          </a:p>
        </p:txBody>
      </p:sp>
      <p:sp>
        <p:nvSpPr>
          <p:cNvPr id="3" name="Rectangle 2"/>
          <p:cNvSpPr/>
          <p:nvPr/>
        </p:nvSpPr>
        <p:spPr>
          <a:xfrm>
            <a:off x="1828800" y="1188720"/>
            <a:ext cx="5486400" cy="64008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645920"/>
          <a:ext cx="82296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1028700">
                <a:tc>
                  <a:txBody>
                    <a:bodyPr/>
                    <a:lstStyle/>
                    <a:p>
                      <a:pPr algn="ctr">
                        <a:defRPr b="1" sz="1600">
                          <a:solidFill>
                            <a:srgbClr val="FFFFFF"/>
                          </a:solidFill>
                          <a:latin typeface="Segoe UI Semibold"/>
                        </a:defRPr>
                      </a:pPr>
                      <a:r>
                        <a:t>Product Name</a:t>
                      </a: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000000"/>
                      </a:solidFill>
                    </a:lnL>
                    <a:lnR w="12700" cap="flat" cmpd="sng" algn="ctr">
                      <a:solidFill>
                        <a:srgbClr val="000000"/>
                      </a:solidFill>
                    </a:lnR>
                    <a:lnT w="12700" cap="flat" cmpd="sng" algn="ctr">
                      <a:solidFill>
                        <a:srgbClr val="000000"/>
                      </a:solidFill>
                    </a:lnT>
                    <a:lnB w="12700" cap="flat" cmpd="sng" algn="ctr">
                      <a:solidFill>
                        <a:srgbClr val="000000"/>
                      </a:solidFill>
                    </a:lnB>
                    <a:solidFill>
                      <a:srgbClr val="E74C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600">
                          <a:solidFill>
                            <a:srgbClr val="FFFFFF"/>
                          </a:solidFill>
                          <a:latin typeface="Segoe UI Semibold"/>
                        </a:defRPr>
                      </a:pPr>
                      <a:r>
                        <a:t>Key Features</a:t>
                      </a: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000000"/>
                      </a:solidFill>
                    </a:lnL>
                    <a:lnR w="12700" cap="flat" cmpd="sng" algn="ctr">
                      <a:solidFill>
                        <a:srgbClr val="000000"/>
                      </a:solidFill>
                    </a:lnR>
                    <a:lnT w="12700" cap="flat" cmpd="sng" algn="ctr">
                      <a:solidFill>
                        <a:srgbClr val="000000"/>
                      </a:solidFill>
                    </a:lnT>
                    <a:lnB w="12700" cap="flat" cmpd="sng" algn="ctr">
                      <a:solidFill>
                        <a:srgbClr val="000000"/>
                      </a:solidFill>
                    </a:lnB>
                    <a:solidFill>
                      <a:srgbClr val="E74C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600">
                          <a:solidFill>
                            <a:srgbClr val="FFFFFF"/>
                          </a:solidFill>
                          <a:latin typeface="Segoe UI Semibold"/>
                        </a:defRPr>
                      </a:pPr>
                      <a:r>
                        <a:t>Price</a:t>
                      </a: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000000"/>
                      </a:solidFill>
                    </a:lnL>
                    <a:lnR w="12700" cap="flat" cmpd="sng" algn="ctr">
                      <a:solidFill>
                        <a:srgbClr val="000000"/>
                      </a:solidFill>
                    </a:lnR>
                    <a:lnT w="12700" cap="flat" cmpd="sng" algn="ctr">
                      <a:solidFill>
                        <a:srgbClr val="000000"/>
                      </a:solidFill>
                    </a:lnT>
                    <a:lnB w="12700" cap="flat" cmpd="sng" algn="ctr">
                      <a:solidFill>
                        <a:srgbClr val="000000"/>
                      </a:solidFill>
                    </a:lnB>
                    <a:solidFill>
                      <a:srgbClr val="E74C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600">
                          <a:solidFill>
                            <a:srgbClr val="FFFFFF"/>
                          </a:solidFill>
                          <a:latin typeface="Segoe UI Semibold"/>
                        </a:defRPr>
                      </a:pPr>
                      <a:r>
                        <a:t>Vendor</a:t>
                      </a: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000000"/>
                      </a:solidFill>
                    </a:lnL>
                    <a:lnR w="12700" cap="flat" cmpd="sng" algn="ctr">
                      <a:solidFill>
                        <a:srgbClr val="000000"/>
                      </a:solidFill>
                    </a:lnR>
                    <a:lnT w="12700" cap="flat" cmpd="sng" algn="ctr">
                      <a:solidFill>
                        <a:srgbClr val="000000"/>
                      </a:solidFill>
                    </a:lnT>
                    <a:lnB w="12700" cap="flat" cmpd="sng" algn="ctr">
                      <a:solidFill>
                        <a:srgbClr val="000000"/>
                      </a:solidFill>
                    </a:lnB>
                    <a:solidFill>
                      <a:srgbClr val="E74C3C"/>
                    </a:solidFill>
                  </a:tcPr>
                </a:tc>
              </a:tr>
              <a:tr h="1028700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C3E50"/>
                          </a:solidFill>
                          <a:latin typeface="Segoe UI"/>
                        </a:defRPr>
                      </a:pPr>
                      <a:r>
                        <a:t>Intel Core i9-13900K</a:t>
                      </a: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000000"/>
                      </a:solidFill>
                    </a:lnL>
                    <a:lnR w="12700" cap="flat" cmpd="sng" algn="ctr">
                      <a:solidFill>
                        <a:srgbClr val="000000"/>
                      </a:solidFill>
                    </a:lnR>
                    <a:lnT w="12700" cap="flat" cmpd="sng" algn="ctr">
                      <a:solidFill>
                        <a:srgbClr val="000000"/>
                      </a:solidFill>
                    </a:lnT>
                    <a:lnB w="12700" cap="flat" cmpd="sng" algn="ctr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C3E50"/>
                          </a:solidFill>
                          <a:latin typeface="Segoe UI"/>
                        </a:defRPr>
                      </a:pPr>
                      <a:r>
                        <a:t>24 cores, 32 threads, 5.8GHz turbo</a:t>
                      </a: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000000"/>
                      </a:solidFill>
                    </a:lnL>
                    <a:lnR w="12700" cap="flat" cmpd="sng" algn="ctr">
                      <a:solidFill>
                        <a:srgbClr val="000000"/>
                      </a:solidFill>
                    </a:lnR>
                    <a:lnT w="12700" cap="flat" cmpd="sng" algn="ctr">
                      <a:solidFill>
                        <a:srgbClr val="000000"/>
                      </a:solidFill>
                    </a:lnT>
                    <a:lnB w="12700" cap="flat" cmpd="sng" algn="ctr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C3E50"/>
                          </a:solidFill>
                          <a:latin typeface="Segoe UI"/>
                        </a:defRPr>
                      </a:pPr>
                      <a:r>
                        <a:t>$600</a:t>
                      </a: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000000"/>
                      </a:solidFill>
                    </a:lnL>
                    <a:lnR w="12700" cap="flat" cmpd="sng" algn="ctr">
                      <a:solidFill>
                        <a:srgbClr val="000000"/>
                      </a:solidFill>
                    </a:lnR>
                    <a:lnT w="12700" cap="flat" cmpd="sng" algn="ctr">
                      <a:solidFill>
                        <a:srgbClr val="000000"/>
                      </a:solidFill>
                    </a:lnT>
                    <a:lnB w="12700" cap="flat" cmpd="sng" algn="ctr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C3E50"/>
                          </a:solidFill>
                          <a:latin typeface="Segoe UI"/>
                        </a:defRPr>
                      </a:pPr>
                      <a:r>
                        <a:t>Intel</a:t>
                      </a: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000000"/>
                      </a:solidFill>
                    </a:lnL>
                    <a:lnR w="12700" cap="flat" cmpd="sng" algn="ctr">
                      <a:solidFill>
                        <a:srgbClr val="000000"/>
                      </a:solidFill>
                    </a:lnR>
                    <a:lnT w="12700" cap="flat" cmpd="sng" algn="ctr">
                      <a:solidFill>
                        <a:srgbClr val="000000"/>
                      </a:solidFill>
                    </a:lnT>
                    <a:lnB w="12700" cap="flat" cmpd="sng" algn="ctr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028700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C3E50"/>
                          </a:solidFill>
                          <a:latin typeface="Segoe UI"/>
                        </a:defRPr>
                      </a:pPr>
                      <a:r>
                        <a:t>AMD Ryzen 9 7950X</a:t>
                      </a: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000000"/>
                      </a:solidFill>
                    </a:lnL>
                    <a:lnR w="12700" cap="flat" cmpd="sng" algn="ctr">
                      <a:solidFill>
                        <a:srgbClr val="000000"/>
                      </a:solidFill>
                    </a:lnR>
                    <a:lnT w="12700" cap="flat" cmpd="sng" algn="ctr">
                      <a:solidFill>
                        <a:srgbClr val="000000"/>
                      </a:solidFill>
                    </a:lnT>
                    <a:lnB w="12700" cap="flat" cmpd="sng" algn="ctr">
                      <a:solidFill>
                        <a:srgbClr val="000000"/>
                      </a:solidFill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C3E50"/>
                          </a:solidFill>
                          <a:latin typeface="Segoe UI"/>
                        </a:defRPr>
                      </a:pPr>
                      <a:r>
                        <a:t>16 cores, 32 threads, 5.7GHz turbo</a:t>
                      </a: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000000"/>
                      </a:solidFill>
                    </a:lnL>
                    <a:lnR w="12700" cap="flat" cmpd="sng" algn="ctr">
                      <a:solidFill>
                        <a:srgbClr val="000000"/>
                      </a:solidFill>
                    </a:lnR>
                    <a:lnT w="12700" cap="flat" cmpd="sng" algn="ctr">
                      <a:solidFill>
                        <a:srgbClr val="000000"/>
                      </a:solidFill>
                    </a:lnT>
                    <a:lnB w="12700" cap="flat" cmpd="sng" algn="ctr">
                      <a:solidFill>
                        <a:srgbClr val="000000"/>
                      </a:solidFill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C3E50"/>
                          </a:solidFill>
                          <a:latin typeface="Segoe UI"/>
                        </a:defRPr>
                      </a:pPr>
                      <a:r>
                        <a:t>$580</a:t>
                      </a: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000000"/>
                      </a:solidFill>
                    </a:lnL>
                    <a:lnR w="12700" cap="flat" cmpd="sng" algn="ctr">
                      <a:solidFill>
                        <a:srgbClr val="000000"/>
                      </a:solidFill>
                    </a:lnR>
                    <a:lnT w="12700" cap="flat" cmpd="sng" algn="ctr">
                      <a:solidFill>
                        <a:srgbClr val="000000"/>
                      </a:solidFill>
                    </a:lnT>
                    <a:lnB w="12700" cap="flat" cmpd="sng" algn="ctr">
                      <a:solidFill>
                        <a:srgbClr val="000000"/>
                      </a:solidFill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C3E50"/>
                          </a:solidFill>
                          <a:latin typeface="Segoe UI"/>
                        </a:defRPr>
                      </a:pPr>
                      <a:r>
                        <a:t>AMD</a:t>
                      </a: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000000"/>
                      </a:solidFill>
                    </a:lnL>
                    <a:lnR w="12700" cap="flat" cmpd="sng" algn="ctr">
                      <a:solidFill>
                        <a:srgbClr val="000000"/>
                      </a:solidFill>
                    </a:lnR>
                    <a:lnT w="12700" cap="flat" cmpd="sng" algn="ctr">
                      <a:solidFill>
                        <a:srgbClr val="000000"/>
                      </a:solidFill>
                    </a:lnT>
                    <a:lnB w="12700" cap="flat" cmpd="sng" algn="ctr">
                      <a:solidFill>
                        <a:srgbClr val="000000"/>
                      </a:solidFill>
                    </a:lnB>
                    <a:solidFill>
                      <a:srgbClr val="F8F9FA"/>
                    </a:solidFill>
                  </a:tcPr>
                </a:tc>
              </a:tr>
              <a:tr h="1028700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C3E50"/>
                          </a:solidFill>
                          <a:latin typeface="Segoe UI"/>
                        </a:defRPr>
                      </a:pPr>
                      <a:r>
                        <a:t>Intel Core i7-13700K</a:t>
                      </a: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000000"/>
                      </a:solidFill>
                    </a:lnL>
                    <a:lnR w="12700" cap="flat" cmpd="sng" algn="ctr">
                      <a:solidFill>
                        <a:srgbClr val="000000"/>
                      </a:solidFill>
                    </a:lnR>
                    <a:lnT w="12700" cap="flat" cmpd="sng" algn="ctr">
                      <a:solidFill>
                        <a:srgbClr val="000000"/>
                      </a:solidFill>
                    </a:lnT>
                    <a:lnB w="12700" cap="flat" cmpd="sng" algn="ctr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C3E50"/>
                          </a:solidFill>
                          <a:latin typeface="Segoe UI"/>
                        </a:defRPr>
                      </a:pPr>
                      <a:r>
                        <a:t>16 cores, 24 threads, 5.4GHz turbo</a:t>
                      </a: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000000"/>
                      </a:solidFill>
                    </a:lnL>
                    <a:lnR w="12700" cap="flat" cmpd="sng" algn="ctr">
                      <a:solidFill>
                        <a:srgbClr val="000000"/>
                      </a:solidFill>
                    </a:lnR>
                    <a:lnT w="12700" cap="flat" cmpd="sng" algn="ctr">
                      <a:solidFill>
                        <a:srgbClr val="000000"/>
                      </a:solidFill>
                    </a:lnT>
                    <a:lnB w="12700" cap="flat" cmpd="sng" algn="ctr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C3E50"/>
                          </a:solidFill>
                          <a:latin typeface="Segoe UI"/>
                        </a:defRPr>
                      </a:pPr>
                      <a:r>
                        <a:t>$420</a:t>
                      </a: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000000"/>
                      </a:solidFill>
                    </a:lnL>
                    <a:lnR w="12700" cap="flat" cmpd="sng" algn="ctr">
                      <a:solidFill>
                        <a:srgbClr val="000000"/>
                      </a:solidFill>
                    </a:lnR>
                    <a:lnT w="12700" cap="flat" cmpd="sng" algn="ctr">
                      <a:solidFill>
                        <a:srgbClr val="000000"/>
                      </a:solidFill>
                    </a:lnT>
                    <a:lnB w="12700" cap="flat" cmpd="sng" algn="ctr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C3E50"/>
                          </a:solidFill>
                          <a:latin typeface="Segoe UI"/>
                        </a:defRPr>
                      </a:pPr>
                      <a:r>
                        <a:t>Intel</a:t>
                      </a:r>
                    </a:p>
                  </a:txBody>
                  <a:tcPr marL="91440" marR="91440" marT="91440" marB="91440">
                    <a:lnL w="12700" cap="flat" cmpd="sng" algn="ctr">
                      <a:solidFill>
                        <a:srgbClr val="000000"/>
                      </a:solidFill>
                    </a:lnL>
                    <a:lnR w="12700" cap="flat" cmpd="sng" algn="ctr">
                      <a:solidFill>
                        <a:srgbClr val="000000"/>
                      </a:solidFill>
                    </a:lnR>
                    <a:lnT w="12700" cap="flat" cmpd="sng" algn="ctr">
                      <a:solidFill>
                        <a:srgbClr val="000000"/>
                      </a:solidFill>
                    </a:lnT>
                    <a:lnB w="12700" cap="flat" cmpd="sng" algn="ctr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82880"/>
            <a:ext cx="914400" cy="60484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Red">
      <a:dk1>
        <a:sysClr val="windowText" lastClr="000000"/>
      </a:dk1>
      <a:lt1>
        <a:sysClr val="window" lastClr="FFFFFF"/>
      </a:lt1>
      <a:dk2>
        <a:srgbClr val="323232"/>
      </a:dk2>
      <a:lt2>
        <a:srgbClr val="E5C243"/>
      </a:lt2>
      <a:accent1>
        <a:srgbClr val="A5300F"/>
      </a:accent1>
      <a:accent2>
        <a:srgbClr val="D55816"/>
      </a:accent2>
      <a:accent3>
        <a:srgbClr val="E19825"/>
      </a:accent3>
      <a:accent4>
        <a:srgbClr val="B19C7D"/>
      </a:accent4>
      <a:accent5>
        <a:srgbClr val="7F5F52"/>
      </a:accent5>
      <a:accent6>
        <a:srgbClr val="B27D49"/>
      </a:accent6>
      <a:hlink>
        <a:srgbClr val="6B9F25"/>
      </a:hlink>
      <a:folHlink>
        <a:srgbClr val="B26B02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7" ma:contentTypeDescription="Create a new document." ma:contentTypeScope="" ma:versionID="c6f9a84f66a9c8b9a21755b9ffafb945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27df39e3e7036dff54f89ddd5805ce72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6966C46A-DC57-4209-80CD-9FE6C93151FF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4E18436D-DA32-4E27-AC64-8FFEDA5218F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BEFFFA3F-0FB5-4ED3-8906-A15B16577F44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20</TotalTime>
  <Words>0</Words>
  <Application>Microsoft Office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5" baseType="lpstr">
      <vt:lpstr>Arial</vt:lpstr>
      <vt:lpstr>Calibri</vt:lpstr>
      <vt:lpstr>Trebuchet MS</vt:lpstr>
      <vt:lpstr>Wingdings 3</vt:lpstr>
      <vt:lpstr>Facet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Nandini S</dc:creator>
  <cp:lastModifiedBy>Nandini S</cp:lastModifiedBy>
  <cp:revision>9</cp:revision>
  <dcterms:created xsi:type="dcterms:W3CDTF">2025-06-06T03:18:01Z</dcterms:created>
  <dcterms:modified xsi:type="dcterms:W3CDTF">2025-07-09T02:20:35Z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