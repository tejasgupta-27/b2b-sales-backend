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51" r:id="rId4"/>
  </p:sldMasterIdLst>
  <p:notesMasterIdLst>
    <p:notesMasterId r:id="rId5"/>
  </p:notesMasterIdLst>
  <p:handoutMasterIdLst>
    <p:handoutMasterId r:id="rId6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09" autoAdjust="0"/>
  </p:normalViewPr>
  <p:slideViewPr>
    <p:cSldViewPr snapToGrid="0">
      <p:cViewPr varScale="1">
        <p:scale>
          <a:sx n="74" d="100"/>
          <a:sy n="74" d="100"/>
        </p:scale>
        <p:origin x="376" y="64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2708" y="4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commentAuthors" Target="commentAuthors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8/10/relationships/authors" Target="authors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7/9/2025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7/9/2025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sv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11.png"/><Relationship Id="rId5" Type="http://schemas.openxmlformats.org/officeDocument/2006/relationships/image" Target="../media/image12.svg"/><Relationship Id="rId6" Type="http://schemas.openxmlformats.org/officeDocument/2006/relationships/image" Target="../media/image13.png"/><Relationship Id="rId7" Type="http://schemas.openxmlformats.org/officeDocument/2006/relationships/image" Target="../media/image14.sv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8837E-BD65-42A8-A74A-932C1060A7AD}" type="datetimeFigureOut">
              <a:rPr lang="en-IN" smtClean="0"/>
              <a:t>09-07-2025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AF638-E7C3-465D-B394-77021136F2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77008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1593731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859886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2346502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37716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041258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7184649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759956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4717138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4094335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96049585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5986564"/>
      </p:ext>
    </p:extLst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01262734"/>
      </p:ext>
    </p:extLst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6838054"/>
      </p:ext>
    </p:extLst>
  </p:cSld>
  <p:clrMapOvr>
    <a:masterClrMapping/>
  </p:clrMapOvr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8353836"/>
      </p:ext>
    </p:extLst>
  </p:cSld>
  <p:clrMapOvr>
    <a:masterClrMapping/>
  </p:clrMapOvr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6407293"/>
      </p:ext>
    </p:extLst>
  </p:cSld>
  <p:clrMapOvr>
    <a:masterClrMapping/>
  </p:clrMapOvr>
  <p:hf hd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20XX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Pitch Deck</a:t>
            </a: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5756781-A599-0594-4502-A54BC85E87F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199" y="2136775"/>
            <a:ext cx="10515599" cy="369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051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  <p:sldLayoutId id="2147483763" r:id="rId12"/>
    <p:sldLayoutId id="2147483764" r:id="rId13"/>
    <p:sldLayoutId id="2147483765" r:id="rId14"/>
    <p:sldLayoutId id="2147483766" r:id="rId15"/>
    <p:sldLayoutId id="2147483767" r:id="rId16"/>
    <p:sldLayoutId id="2147483688" r:id="rId17"/>
    <p:sldLayoutId id="2147483673" r:id="rId18"/>
    <p:sldLayoutId id="2147483676" r:id="rId19"/>
    <p:sldLayoutId id="2147483699" r:id="rId20"/>
    <p:sldLayoutId id="2147483700" r:id="rId21"/>
    <p:sldLayoutId id="2147483692" r:id="rId22"/>
    <p:sldLayoutId id="2147483681" r:id="rId23"/>
    <p:sldLayoutId id="2147483696" r:id="rId24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Relationship Id="rId3" Type="http://schemas.openxmlformats.org/officeDocument/2006/relationships/image" Target="../media/image18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7315200" cy="1371600"/>
          </a:xfrm>
          <a:prstGeom prst="rect">
            <a:avLst/>
          </a:prstGeom>
          <a:noFill/>
        </p:spPr>
        <p:txBody>
          <a:bodyPr wrap="none" lIns="274320" rIns="274320" tIns="182880" bIns="182880">
            <a:spAutoFit/>
          </a:bodyPr>
          <a:lstStyle/>
          <a:p>
            <a:pPr algn="ctr">
              <a:defRPr sz="5400" b="1">
                <a:solidFill>
                  <a:srgbClr val="C0392B"/>
                </a:solidFill>
                <a:latin typeface="Segoe UI Semibold"/>
              </a:defRPr>
            </a:pPr>
            <a:r>
              <a:t>Sales Pitch Deck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914400"/>
            <a:ext cx="6400800" cy="10972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2286000"/>
            <a:ext cx="6400800" cy="10972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914400"/>
          </a:xfrm>
          <a:prstGeom prst="rect">
            <a:avLst/>
          </a:prstGeom>
          <a:noFill/>
        </p:spPr>
        <p:txBody>
          <a:bodyPr wrap="none" lIns="274320" rIns="274320" tIns="91440" bIns="91440">
            <a:spAutoFit/>
          </a:bodyPr>
          <a:lstStyle/>
          <a:p>
            <a:pPr algn="ctr">
              <a:defRPr sz="2800">
                <a:solidFill>
                  <a:srgbClr val="E74C3C"/>
                </a:solidFill>
                <a:latin typeface="Segoe UI"/>
              </a:defRPr>
            </a:pPr>
            <a:r>
              <a:t>Quotation for motherboard from Otsuka Co.</a:t>
            </a:r>
          </a:p>
        </p:txBody>
      </p:sp>
      <p:pic>
        <p:nvPicPr>
          <p:cNvPr id="6" name="Picture 5" descr="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5943600"/>
            <a:ext cx="914400" cy="604846"/>
          </a:xfrm>
          <a:prstGeom prst="rect">
            <a:avLst/>
          </a:prstGeom>
        </p:spPr>
      </p:pic>
      <p:pic>
        <p:nvPicPr>
          <p:cNvPr id="7" name="Picture 6" descr="motherboar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5656" y="3840480"/>
            <a:ext cx="3977639" cy="265175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 lIns="182880" rIns="182880" tIns="91440" bIns="91440">
            <a:spAutoFit/>
          </a:bodyPr>
          <a:lstStyle/>
          <a:p>
            <a:pPr algn="ctr">
              <a:defRPr sz="3800" b="1">
                <a:solidFill>
                  <a:srgbClr val="C0392B"/>
                </a:solidFill>
                <a:latin typeface="Segoe UI Semibold"/>
              </a:defRPr>
            </a:pPr>
            <a:r>
              <a:t>Customer Need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188720"/>
            <a:ext cx="548640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50292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 algn="l">
              <a:spcBef>
                <a:spcPts val="800"/>
              </a:spcBef>
              <a:spcAft>
                <a:spcPts val="16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Otsuka Corporation requires high-performance CPUs for their new engineering workstations.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2000">
                <a:solidFill>
                  <a:srgbClr val="781414"/>
                </a:solidFill>
                <a:latin typeface="Segoe UI"/>
              </a:defRPr>
            </a:pPr>
            <a:r>
              <a:t>• Reliable and scalable processing power to support business growth.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Advanced compute for design, simulation, and AI workloads.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2000">
                <a:solidFill>
                  <a:srgbClr val="781414"/>
                </a:solidFill>
                <a:latin typeface="Segoe UI"/>
              </a:defRPr>
            </a:pPr>
            <a:r>
              <a:t>• Comprehensive warranty and support required.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Efficient delivery and installation.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5836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Segoe UI"/>
              </a:defRPr>
            </a:pPr>
            <a:r>
              <a:t>2</a:t>
            </a:r>
          </a:p>
        </p:txBody>
      </p:sp>
      <p:pic>
        <p:nvPicPr>
          <p:cNvPr id="6" name="Picture 5" descr="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914400" cy="60484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 lIns="182880" rIns="182880" tIns="91440" bIns="91440">
            <a:spAutoFit/>
          </a:bodyPr>
          <a:lstStyle/>
          <a:p>
            <a:pPr algn="ctr">
              <a:defRPr sz="3800" b="1">
                <a:solidFill>
                  <a:srgbClr val="C0392B"/>
                </a:solidFill>
                <a:latin typeface="Segoe UI Semibold"/>
              </a:defRPr>
            </a:pPr>
            <a:r>
              <a:t>Our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188720"/>
            <a:ext cx="548640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50292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 algn="l">
              <a:spcBef>
                <a:spcPts val="800"/>
              </a:spcBef>
              <a:spcAft>
                <a:spcPts val="16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Intel Core i9-13900K: 24 cores, 32 threads, up to 5.8GHz turbo.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2000">
                <a:solidFill>
                  <a:srgbClr val="781414"/>
                </a:solidFill>
                <a:latin typeface="Segoe UI"/>
              </a:defRPr>
            </a:pPr>
            <a:r>
              <a:t>• Latest 13th Gen Intel architecture for top-tier performance.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Compatible with DDR5 memory and PCIe 5.0 for future-proofing.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2000">
                <a:solidFill>
                  <a:srgbClr val="781414"/>
                </a:solidFill>
                <a:latin typeface="Segoe UI"/>
              </a:defRPr>
            </a:pPr>
            <a:r>
              <a:t>• 3 years warranty and standard support included.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Onsite installation and basic testing included.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5836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Segoe UI"/>
              </a:defRPr>
            </a:pPr>
            <a:r>
              <a:t>3</a:t>
            </a:r>
          </a:p>
        </p:txBody>
      </p:sp>
      <p:pic>
        <p:nvPicPr>
          <p:cNvPr id="6" name="Picture 5" descr="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914400" cy="60484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 lIns="182880" rIns="182880" tIns="91440" bIns="91440">
            <a:spAutoFit/>
          </a:bodyPr>
          <a:lstStyle/>
          <a:p>
            <a:pPr algn="ctr">
              <a:defRPr sz="3800" b="1">
                <a:solidFill>
                  <a:srgbClr val="C0392B"/>
                </a:solidFill>
                <a:latin typeface="Segoe UI Semibold"/>
              </a:defRPr>
            </a:pPr>
            <a:r>
              <a:t>Product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188720"/>
            <a:ext cx="548640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50292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 algn="l">
              <a:spcBef>
                <a:spcPts val="800"/>
              </a:spcBef>
              <a:spcAft>
                <a:spcPts val="16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Intel Core i9-13900K: 24 cores, 32 threads, 3.0GHz base, 5.8GHz turbo.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2000">
                <a:solidFill>
                  <a:srgbClr val="781414"/>
                </a:solidFill>
                <a:latin typeface="Segoe UI"/>
              </a:defRPr>
            </a:pPr>
            <a:r>
              <a:t>• Supports advanced workloads: engineering, AI, and simulation.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Energy-efficient design with high reliability.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2000">
                <a:solidFill>
                  <a:srgbClr val="781414"/>
                </a:solidFill>
                <a:latin typeface="Segoe UI"/>
              </a:defRPr>
            </a:pPr>
            <a:r>
              <a:t>• Compatible with ASUS ROG STRIX Z790-E Gaming motherboard.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All products covered by manufacturer warranty.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5836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Segoe UI"/>
              </a:defRPr>
            </a:pPr>
            <a:r>
              <a:t>4</a:t>
            </a:r>
          </a:p>
        </p:txBody>
      </p:sp>
      <p:pic>
        <p:nvPicPr>
          <p:cNvPr id="6" name="Picture 5" descr="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914400" cy="60484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 lIns="182880" rIns="182880" tIns="91440" bIns="91440">
            <a:spAutoFit/>
          </a:bodyPr>
          <a:lstStyle/>
          <a:p>
            <a:pPr algn="ctr">
              <a:defRPr sz="3800" b="1">
                <a:solidFill>
                  <a:srgbClr val="C0392B"/>
                </a:solidFill>
                <a:latin typeface="Segoe UI Semibold"/>
              </a:defRPr>
            </a:pPr>
            <a:r>
              <a:t>Pricing Breakdown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188720"/>
            <a:ext cx="548640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50292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 algn="l">
              <a:spcBef>
                <a:spcPts val="800"/>
              </a:spcBef>
              <a:spcAft>
                <a:spcPts val="16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Intel Core i9-13900K: $600 each.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2000">
                <a:solidFill>
                  <a:srgbClr val="781414"/>
                </a:solidFill>
                <a:latin typeface="Segoe UI"/>
              </a:defRPr>
            </a:pPr>
            <a:r>
              <a:t>• ASUS ROG STRIX Z790-E Gaming: $400.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Total: $1,000 USD (includes installation and testing).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2000">
                <a:solidFill>
                  <a:srgbClr val="781414"/>
                </a:solidFill>
                <a:latin typeface="Segoe UI"/>
              </a:defRPr>
            </a:pPr>
            <a:r>
              <a:t>• No hidden fees. Transparent pricing.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Quotation valid for 30 days.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5836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Segoe UI"/>
              </a:defRPr>
            </a:pPr>
            <a:r>
              <a:t>5</a:t>
            </a:r>
          </a:p>
        </p:txBody>
      </p:sp>
      <p:pic>
        <p:nvPicPr>
          <p:cNvPr id="6" name="Picture 5" descr="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914400" cy="60484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 lIns="182880" rIns="182880" tIns="91440" bIns="91440">
            <a:spAutoFit/>
          </a:bodyPr>
          <a:lstStyle/>
          <a:p>
            <a:pPr algn="ctr">
              <a:defRPr sz="3800" b="1">
                <a:solidFill>
                  <a:srgbClr val="C0392B"/>
                </a:solidFill>
                <a:latin typeface="Segoe UI Semibold"/>
              </a:defRPr>
            </a:pPr>
            <a:r>
              <a:t>Warranty &amp; Support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188720"/>
            <a:ext cx="548640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50292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 algn="l">
              <a:spcBef>
                <a:spcPts val="800"/>
              </a:spcBef>
              <a:spcAft>
                <a:spcPts val="16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3 years warranty for CPU.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2000">
                <a:solidFill>
                  <a:srgbClr val="781414"/>
                </a:solidFill>
                <a:latin typeface="Segoe UI"/>
              </a:defRPr>
            </a:pPr>
            <a:r>
              <a:t>• 2 years warranty for motherboard.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Standard support for all components.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2000">
                <a:solidFill>
                  <a:srgbClr val="781414"/>
                </a:solidFill>
                <a:latin typeface="Segoe UI"/>
              </a:defRPr>
            </a:pPr>
            <a:r>
              <a:t>• Onsite installation and basic testing included.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Remote diagnostics and proactive monitoring.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5836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Segoe UI"/>
              </a:defRPr>
            </a:pPr>
            <a:r>
              <a:t>6</a:t>
            </a:r>
          </a:p>
        </p:txBody>
      </p:sp>
      <p:pic>
        <p:nvPicPr>
          <p:cNvPr id="6" name="Picture 5" descr="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914400" cy="60484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 lIns="182880" rIns="182880" tIns="91440" bIns="91440">
            <a:spAutoFit/>
          </a:bodyPr>
          <a:lstStyle/>
          <a:p>
            <a:pPr algn="ctr">
              <a:defRPr sz="3800" b="1">
                <a:solidFill>
                  <a:srgbClr val="C0392B"/>
                </a:solidFill>
                <a:latin typeface="Segoe UI Semibold"/>
              </a:defRPr>
            </a:pPr>
            <a:r>
              <a:t>Delivery Timeline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188720"/>
            <a:ext cx="548640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50292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 algn="l">
              <a:spcBef>
                <a:spcPts val="800"/>
              </a:spcBef>
              <a:spcAft>
                <a:spcPts val="16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Estimated delivery: 2-3 weeks from order confirmation.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2000">
                <a:solidFill>
                  <a:srgbClr val="781414"/>
                </a:solidFill>
                <a:latin typeface="Segoe UI"/>
              </a:defRPr>
            </a:pPr>
            <a:r>
              <a:t>• Onsite installation scheduled upon delivery.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Minimal disruption to daily operations.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2000">
                <a:solidFill>
                  <a:srgbClr val="781414"/>
                </a:solidFill>
                <a:latin typeface="Segoe UI"/>
              </a:defRPr>
            </a:pPr>
            <a:r>
              <a:t>• Flexible scheduling to suit your needs.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Dedicated project manager for smooth implementation.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5836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Segoe UI"/>
              </a:defRPr>
            </a:pPr>
            <a:r>
              <a:t>7</a:t>
            </a:r>
          </a:p>
        </p:txBody>
      </p:sp>
      <p:pic>
        <p:nvPicPr>
          <p:cNvPr id="6" name="Picture 5" descr="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914400" cy="60484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 lIns="182880" rIns="182880" tIns="91440" bIns="91440">
            <a:spAutoFit/>
          </a:bodyPr>
          <a:lstStyle/>
          <a:p>
            <a:pPr algn="ctr">
              <a:defRPr sz="3200" b="1">
                <a:solidFill>
                  <a:srgbClr val="C0392B"/>
                </a:solidFill>
                <a:latin typeface="Segoe UI Semibold"/>
              </a:defRPr>
            </a:pPr>
            <a:r>
              <a:t>Product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188720"/>
            <a:ext cx="548640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1028700"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  <a:latin typeface="Segoe UI Semibold"/>
                        </a:defRPr>
                      </a:pPr>
                      <a:r>
                        <a:t>Product Name</a:t>
                      </a: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  <a:latin typeface="Segoe UI Semibold"/>
                        </a:defRPr>
                      </a:pPr>
                      <a:r>
                        <a:t>Key Features</a:t>
                      </a: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  <a:latin typeface="Segoe UI Semibold"/>
                        </a:defRPr>
                      </a:pPr>
                      <a:r>
                        <a:t>Price</a:t>
                      </a: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  <a:latin typeface="Segoe UI Semibold"/>
                        </a:defRPr>
                      </a:pPr>
                      <a:r>
                        <a:t>Vendor</a:t>
                      </a: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solidFill>
                      <a:srgbClr val="E74C3C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Intel Core i9-13900K</a:t>
                      </a: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24 cores, 32 threads, 5.8GHz turbo</a:t>
                      </a: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$600</a:t>
                      </a: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Intel</a:t>
                      </a: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AMD Ryzen 9 7950X</a:t>
                      </a: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16 cores, 32 threads, 5.7GHz turbo</a:t>
                      </a: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$580</a:t>
                      </a: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AMD</a:t>
                      </a: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solidFill>
                      <a:srgbClr val="F8F9FA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Intel Core i7-13700K</a:t>
                      </a: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16 cores, 24 threads, 5.4GHz turbo</a:t>
                      </a: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$420</a:t>
                      </a: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Intel</a:t>
                      </a: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914400" cy="60484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Red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6966C46A-DC57-4209-80CD-9FE6C93151F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18436D-DA32-4E27-AC64-8FFEDA5218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EFFFA3F-0FB5-4ED3-8906-A15B16577F4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Calibri</vt:lpstr>
      <vt:lpstr>Trebuchet MS</vt:lpstr>
      <vt:lpstr>Wingdings 3</vt:lpstr>
      <vt:lpstr>Facet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Nandini S</dc:creator>
  <cp:lastModifiedBy>Nandini S</cp:lastModifiedBy>
  <cp:revision>9</cp:revision>
  <dcterms:created xsi:type="dcterms:W3CDTF">2025-06-06T03:18:01Z</dcterms:created>
  <dcterms:modified xsi:type="dcterms:W3CDTF">2025-07-09T02:20:35Z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