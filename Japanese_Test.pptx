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5400" a:eastAsiaTheme="minor">
                <a:solidFill>
                  <a:srgbClr val="C0392B"/>
                </a:solidFill>
                <a:latin typeface="Noto Sans CJK JP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a:eastAsianTheme="minor" sz="2800">
                <a:solidFill>
                  <a:srgbClr val="E74C3C"/>
                </a:solidFill>
                <a:latin typeface="Noto Sans CJK JP"/>
              </a:defRPr>
            </a:pPr>
            <a:r>
              <a:t>大塚株式会社からのノートパソコン見積書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114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お客様のニーズ分析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ビジネス要件の理解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技術的な課題と機会の特定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現在のインフラの制約評価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スケーラビリティと成長ニーズの決定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予算とタイムラインの制約評価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包括的なソリューション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お客様のビジネスに合わせたテクノロジーソリューション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業界をリードする製品とサービス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既存システムとのシームレスな統合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包括的なサポートとメンテナンス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将来に対応したスケーラブルなアーキテクチャ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製品概要と仕様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高性能ハードウェアコンポーネント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エンタープライズグレードソフトウェアソリューション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高度なセキュリティ機能とプロトコル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信頼性の高いパフォーマンスと稼働時間保証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エネルギー効率的で持続可能な設計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投資と価格の内訳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プレミアムソリューションの競争力のある価格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隠れた料金のない透明なコスト構造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柔軟な支払いオプションと融資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大量購入の場合のボリュームディスカウント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費用対効果の高い総所有コストモデル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保証とサポートサービス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包括的な保証カバレッジ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24時間365日の技術サポート体制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オンサイトサービスとメンテナンス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リモート監視と診断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定期的なアップデートとシステム最適化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配送スケジュールと実装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効率的なプロジェクト計画と実行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日常業務への最小限の影響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段階的な実装アプローチ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スタッフトレーニングと知識移転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実装後のサポートと最適化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Noto Sans CJK JP"/>
              </a:defRPr>
            </a:pPr>
            <a:r>
              <a:t>次のステップとお取引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詳細な技術コンサルテーションのスケジューリング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ソリューション仕様の確認と最終化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プロジェクトタイムラインとマイルストーンの確認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Noto Sans CJK JP"/>
              </a:defRPr>
            </a:pPr>
            <a:r>
              <a:t>• 契約書に署名し、実装を開始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Noto Sans CJK JP"/>
              </a:defRPr>
            </a:pPr>
            <a:r>
              <a:t>• 技術エクセレンスへの旅を始めましょう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