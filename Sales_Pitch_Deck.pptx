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  <a:latin typeface="Segoe UI Semibold"/>
              </a:defRPr>
            </a:pPr>
            <a:r>
              <a:t>Sales Pitch Deck</a:t>
            </a:r>
          </a:p>
          <a:p>
            <a:pPr algn="ctr">
              <a:defRPr sz="2400">
                <a:solidFill>
                  <a:srgbClr val="3498DB"/>
                </a:solidFill>
                <a:latin typeface="Segoe UI"/>
              </a:defRPr>
            </a:pPr>
            <a:r>
              <a:t>Generated from Quotation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Customer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Seeking a high-performance workstation for demanding professional tasks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Requires reliable processing power for complex computations and multitasking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Needs ample memory and fast storage for efficient workflow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Looking for a solution with dependable warranty and support options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Prefers timely delivery to meet project deadlines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Introducing the Workstation Pro Professional tailored for your needs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Equipped with cutting-edge Intel Xeon W-2295 CPU for superior performance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Generous 32GB DDR4 RAM to handle intensive multitasking seamlessly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Fast 1TB NVMe SSD storage ensuring quick data access and reliability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Competitive pricing with flexible support and warranty options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CPU: Intel Xeon W-2295 – optimized for professional workloads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RAM: 32GB DDR4 – smooth multitasking and application performance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Storage: 1TB NVMe SSD – high-speed storage for rapid data retrieval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Quantity: 1 unit – tailored to your specific requirements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Warranty: 1-year included for peace of mind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Pricing Breakdown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Unit Price: $3,499.99 – excellent value for top-tier specifications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Includes 1-year standard warranty at no additional cost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Optional setup and integration support available to simplify deployment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Transparent pricing with no hidden fees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Investment in productivity and reliability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Warranty &amp;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Standard 1-year warranty included with every unit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Optional setup and integration support tailored to your needs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Professional assistance ensures smooth installation and configuration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Minimizes downtime and accelerates time-to-value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Dedicated customer service for ongoing support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Compare variants to find the best fit for your business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All variants share the same high-end specifications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Slightly varied product names for tailored branding options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Consistent pricing and warranty across all options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Flexible support options available for each variant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Delivery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Estimated delivery within 2-3 weeks from order confirmation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Efficient logistics to meet your project schedules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Regular updates provided throughout the delivery process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Ensures timely deployment and minimal disruption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Ready to support your business growth promptly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Call to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Confirm your order today to secure your Workstation Pro Professional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Leverage powerful computing to boost your business productivity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Take advantage of our flexible support and warranty options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Contact us for any questions or to customize your setup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Let’s partner together for your success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11430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Product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Support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Workstation Pro Professional Variant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$3,499.99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Intel Xeon W-2295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32GB DDR4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1TB NVMe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1-year included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Optional setup and integration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Workstation Pro Professional Variant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$3,499.99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Intel Xeon W-2295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32GB DDR4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1TB NVMe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1-year included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Optional setup and integration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Workstation Pro Professional Variant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$3,499.99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Intel Xeon W-2295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32GB DDR4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1TB NVMe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1-year included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Optional setup and integration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