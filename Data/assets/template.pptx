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7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74" d="100"/>
          <a:sy n="74" d="100"/>
        </p:scale>
        <p:origin x="376" y="6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708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commentAuthors" Target="commentAuthor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D808837E-BD65-42A8-A74A-932C1060A7AD}" type="datetimeFigureOut">
              <a:rPr lang="en-IN" smtClean="0"/>
              <a:t>06-06-2025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45CAF638-E7C3-465D-B394-77021136F2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8030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986409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612830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211365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88355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918214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6081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53867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31585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448700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8246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56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  <p:sldLayoutId id="2147483688" r:id="rId12"/>
    <p:sldLayoutId id="2147483673" r:id="rId13"/>
    <p:sldLayoutId id="2147483676" r:id="rId14"/>
    <p:sldLayoutId id="2147483699" r:id="rId15"/>
    <p:sldLayoutId id="2147483700" r:id="rId16"/>
    <p:sldLayoutId id="2147483692" r:id="rId17"/>
    <p:sldLayoutId id="2147483681" r:id="rId18"/>
    <p:sldLayoutId id="2147483696" r:id="rId19"/>
  </p:sldLayoutIdLst>
  <p:hf hdr="0"/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TM16401371[[fn=Atlas]]</Template>
  <TotalTime>20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Rockwell</vt:lpstr>
      <vt:lpstr>Wingdings</vt:lpstr>
      <vt:lpstr>Atlas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Nandini S</dc:creator>
  <cp:lastModifiedBy>Nandini S</cp:lastModifiedBy>
  <cp:revision>5</cp:revision>
  <dcterms:created xsi:type="dcterms:W3CDTF">2025-06-06T03:18:01Z</dcterms:created>
  <dcterms:modified xsi:type="dcterms:W3CDTF">2025-06-06T04:39:29Z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