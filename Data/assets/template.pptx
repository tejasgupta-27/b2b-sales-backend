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1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8837E-BD65-42A8-A74A-932C1060A7A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70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9373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59886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346502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771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1258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18464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5995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1713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9433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6049585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8656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126273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838054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35383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407293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5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688" r:id="rId17"/>
    <p:sldLayoutId id="2147483673" r:id="rId18"/>
    <p:sldLayoutId id="2147483676" r:id="rId19"/>
    <p:sldLayoutId id="2147483699" r:id="rId20"/>
    <p:sldLayoutId id="2147483700" r:id="rId21"/>
    <p:sldLayoutId id="2147483692" r:id="rId22"/>
    <p:sldLayoutId id="2147483681" r:id="rId23"/>
    <p:sldLayoutId id="2147483696" r:id="rId2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Trebuchet MS</vt:lpstr>
      <vt:lpstr>Wingdings 3</vt:lpstr>
      <vt:lpstr>Facet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9</cp:revision>
  <dcterms:created xsi:type="dcterms:W3CDTF">2025-06-06T03:18:01Z</dcterms:created>
  <dcterms:modified xsi:type="dcterms:W3CDTF">2025-07-09T02:20:35Z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