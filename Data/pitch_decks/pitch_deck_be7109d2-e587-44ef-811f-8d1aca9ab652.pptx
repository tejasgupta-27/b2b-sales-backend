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Otsuka Corporation requires a reliable NAS server solution for video backup purposes.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 must support 16 TB with RAID 6 configuration for data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Weekly backups are essential to ensure up-to-date video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High-speed data transfer at 2.5 Gbps is required for efficient backup and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The solution must integrate seamlessly with existing IT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 tailored NAS server setup optimized for video backup and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16 TB RAID 6 storage ensures high reliability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weekly backup schedules to maintain data integrity.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2.5 Gbps network transfer speed for fast and efficient data handling.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professional hardware components selected for performance and durability.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Primary components include Enermax ETS-T40F-TB and ETS-T40-TB for cooling solutions.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HP HyperX Pulsefire Raid included as a storage-related peripheral.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16 TB configured in RAID 6 for optimal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transfer speed supported up to 2.5 Gbps for rapid data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weekly backup routines ensuring consistent data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Enermax ETS-T40F-TB: $28.99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Enermax ETS-T40-TB: $77.79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HP HyperX Pulsefire Raid: $30.49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$137.27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$10.98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$148.25 USD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installation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ensures smooth setup and ongoing maintenance.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protects against defects and hardware failures.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confidentiality and data security guaranteed.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our NAS server solution for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maintains core specs: 16 TB RAID 6 storage and 2.5 Gbps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and features remain consistent across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best fits your naming preference or internal cataloging.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backed by the same warranty and support 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installation and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Setup optimized for video backup with scheduled weekly backups.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configured for 2.5 Gbps transfer speeds.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for IT staff on system operation and troubleshooting.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preferred product variant and quantities to proceed.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budget approval and purchase order to initiate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to align on deployment timeline and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Share contact details for smooth project coordination.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Plan IT staff availability for post-deployment training sessions.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$148.25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$148.25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$148.25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