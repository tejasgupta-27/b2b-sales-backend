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NAS server setup tailored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Minimum 2TB storage capacity with RAID 6 configuration for data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Fast 2.5 Gb transfer speeds to efficiently handle large MP4 video files.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Weekly backups with a 1-month retention period to ensure data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Role-based access control to secure backup data and maintain compliance.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Solution manageable by a single IT personnel to optimize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 a NAS server equipped with Timetec 30TTQNS3SATA-2TB SSD for optimal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6 configuration ensures high reliability and fault tolerance for video data.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2.5 Gb transfer speeds to accelerate backup and retrieval processes.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Weekly backup schedules with 1-month retention to meet business continuity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Role-based access control implemented for secure and compliant data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training provided to IT staff for seamless system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Product: Timetec 30TTQNS3SATA-2TB SSD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Storage Capacity: 2000 GB (2TB)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2.5 inch SATA SSD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Interface: SATA 6.0 Gb/s for fast data transfer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for reliable and scalable NAS server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Ideal for video backup with support for MP4 file formats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Unit Price: $102.99 for Timetec 2TB SSD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tailored for NAS server setup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$102.99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(8%): $8.24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Cost: $111.23 USD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for high-quality, enterprise-grade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Standard manufacturer warranty covering defects for 3 years.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Technical support includes remote assistance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Maintenance services aligned with service level agreements.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Returns authorized within 14 days if product is in original condition.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Confidentiality and data protection compliance guaranteed.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support ensures minimal downtime and reliable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variants of our Timetec 2TB SSD tailored for NAS solutions.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offer 2TB capacity with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form factor of 2.5 inch for versatile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with slight variations to fit budget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SSD technology optimized for video backup environments.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and support remain consistent across all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 delivery scheduled promptly upon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Timely installation of Timetec 2TB SSD into NAS server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Configuration of RAID 6 and network settings for optimal speed.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Backup schedule and role-based access control implemented.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session for IT personnel to ensure smooth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Ongoing support available post-deployment to address any concerns.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name and email to finalize the quote.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budget range to tailor the solution accordingly.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Share your expected timeline for deployment and training.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terms and conditions for order processing.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with our technical team.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Secure your reliable NAS solution today for peace of mind.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Timetec 30TTQNS3SATA-2TB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2000 GB SSD, SATA 6.0 Gb/s, 2.5 inch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Remote assistance &amp; troubleshooting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Timetec 30TTQNS3SATA-2TB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2000 GB SSD, SATA 6.0 Gb/s, 2.5 inch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Remote assistance &amp; troubleshooting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Timetec 30TTQNS3SATA-2TB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$102.99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2000 GB SSD, SATA 6.0 Gb/s, 2.5 inch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years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Remote assistance &amp; troubleshooting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