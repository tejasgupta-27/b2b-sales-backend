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Requirement for a reliable NAS server with 16TB storage capacity.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Need for RAID 6 configuration to ensure fault tolerance and data integrity.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High priority on fast and efficient data transfer for large video files.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Scalable storage solution to support future growth in video backup data.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Compatibility with Synology DiskStation DS1821+ for seamless integration.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Deployment required within a 1-month timeline to meet business goals.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Enterprise-grade Seagate Enterprise NAS tailored for video backup and management.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Configured with RAID 6 for enhanced fault tolerance and data protection.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Supports high-speed SATA 6.0 Gb/s interface for fast data transfer.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Scalable and easy to manage, ensuring long-term storage flexibility.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Compatible with Synology DiskStation DS1821+ for smooth deployment.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Optional 10GbE network card available to boost network connectivity.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 (Specifications)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Product: Seagate Enterprise NAS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Storage Capacity: 6TB per unit - scalable to meet 16TB requirement.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Drive Speed: 7200 RPM for high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Cache: 128 MB for improved data access speed.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Form Factor: 3.5 inches with SATA 6.0 Gb/s interface.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Designed for enterprise-grade reliability and redundancy.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Seagate Enterprise NAS unit price: $379.00 USD.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Quantity: 1 unit included in this quote.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Subtotal: $379.00 USD before tax.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Applicable tax (8%): $30.32 USD.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 price including tax: $409.32 USD.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No budget constraints; solution priced for enterprise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Full manufacturer warranty included covering defects and hardware failures.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Warranty duration as specified by Seagate standards.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Includes 1 year of technical support for setup and troubleshooting.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covers configuration, deployment, and ongoing maintenance.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Returns and exchanges accepted within 30 days if product is defective.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Confidential handling of all customer data and information.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Comparison of three variants of our Seagate Enterprise NAS solution.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variants offer 6TB capacity, 7200 RPM speed and 128 MB cache.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Each variant features SATA 6.0 Gb/s interface and 3.5 inch form factor.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Minor differences in product naming to suit different deployment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variants provide enterprise-grade reliability and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 within 2-4 weeks after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Deployment planned to meet the 1-month timeline requirement.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Includes installation and RAID 6 configuration for fault tolerance.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Network setup options include Gigabit Ethernet and optional 10GbE card.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Training provided for IT staff on NAS management and scalability.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Post-deployment testing to ensure data integrity and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Provide your preferred contact email for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Confirm delivery address for timely shipment of the NAS server.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Specify any additional preferences for hard drives or accessories.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Schedule a technical consultation for deployment and configuration.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Approve the quote to initiate order processing and deployment.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Secure your enterprise-grade NAS solution within the 1-month timeline.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$379.00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6TB (SATA 6.0 Gb/s, 7200 RPM, 128 MB Cache)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Manufacturer warranty as per Seagate standards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 included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$379.00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6TB (SATA 6.0 Gb/s, 7200 RPM, 128 MB Cache)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Manufacturer warranty as per Seagate standards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 included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$379.00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6TB (SATA 6.0 Gb/s, 7200 RPM, 128 MB Cache)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Manufacturer warranty as per Seagate standards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 included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