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  <a:latin typeface="Segoe UI Semibold"/>
              </a:defRPr>
            </a:pPr>
            <a:r>
              <a:t>Sales Pitch Deck</a:t>
            </a:r>
          </a:p>
          <a:p>
            <a:pPr algn="ctr">
              <a:defRPr sz="2400">
                <a:solidFill>
                  <a:srgbClr val="3498DB"/>
                </a:solidFill>
                <a:latin typeface="Segoe UI"/>
              </a:defRPr>
            </a:pPr>
            <a:r>
              <a:t>Generated from Quotation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Customer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Reliable video backup storage solution for IT services industry.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Requirement for 16TB storage capacity with RAID 6 configuration for data redundancy.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High transfer speed of 2.5 Gbps to support smooth multi-user access.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 for 5 simultaneous users to ensure efficient collaboration.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Weekly automated video backup to guarantee business continuity.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No additional security or cloud integration needed, focusing on local reliability.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Professional NAS server solution tailored to video backup and multi-user access.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Configured with RAID 6 to provide strong fault tolerance and data protection.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Optimized 16TB storage capacity to meet large video file requirements.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Network setup supporting 2.5 Gbps transfer speeds for seamless performance.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Designed to support 5 simultaneous users without performance degradation.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Includes weekly automated backup schedules to secure your valuable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Overview (Specifications)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Storage Capacity: 16TB usable space configured with RAID 6 for redundancy.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Network Interface: High-speed 2.5 Gbps transfer rate for fast data access.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User Support: Designed for 5 simultaneous users to ensure smooth collaboration.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Backup: Weekly automated video backup to guarantee data safety.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Hardware Features: Enterprise-ready, professional grade technology solution.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Additional Specs: Professional support and reliable performance guaranteed.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Pricing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Technology Solution Package: $1,000.00 covering hardware and setup.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Subtotal: $1,000.00 USD for the complete NAS server solution.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Tax (8%): $80.00 USD applicable on the subtotal.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Total Price: $1,080.00 USD including taxes.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No hidden fees; comprehensive cost covering professional support.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Cost-effective investment for enterprise-grade storage and backup.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Warranty &amp;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Full manufacturer warranty included for all hardware components.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One year of technical support covering setup and troubleshooting.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Reliable performance backed by professional-grade technology.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 available for installation and ongoing maintenance.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Flexible warranty and support options to meet customer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Ensures peace of mind with dependable service and assistance.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Compare our NAS server solution variants tailored for your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All variants include 16TB storage with RAID 6 configuration.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Consistent 2.5 Gbps transfer speed supports multi-user environments.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Each variant offers professional-grade reliability and support.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Choose the best fit based on minor feature differences and pricing.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Transparent comparison to help you make an informed decision.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Delivery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Estimated delivery within 2-4 weeks after order confirmation.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Deployment includes full NAS server setup with RAID 6 configuration.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Network and backup configurations completed during installation.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Basic user training provided to ensure smooth operation.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Project timeline aligned with 1-month target for full deployment.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Timely delivery to meet your business continuity requirements.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Call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Provide your contact details to finalize the quote and proceed.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Confirm company size and support preferences for tailored service.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Review and approve terms and conditions to initiate procurement.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Schedule a kickoff meeting to plan deployment and training.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Decide if you require additional installation or ongoing support.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Secure your reliable, scalable NAS solution today for peace of mind.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11430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Technology Solution Package Variant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$1,000.00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16TB RAID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Technology Solution Package Variant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$1,000.00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16TB RAID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Technology Solution Package Variant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$1,000.00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16TB RAID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