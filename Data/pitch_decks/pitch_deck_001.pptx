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6400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2C3E50"/>
                </a:solidFill>
                <a:latin typeface="Segoe UI Semibold"/>
              </a:defRPr>
            </a:pPr>
            <a:r>
              <a:t>Sales Pitch Deck</a:t>
            </a:r>
          </a:p>
          <a:p>
            <a:pPr algn="ctr">
              <a:defRPr sz="2400">
                <a:solidFill>
                  <a:srgbClr val="3498DB"/>
                </a:solidFill>
                <a:latin typeface="Segoe UI"/>
              </a:defRPr>
            </a:pPr>
            <a:r>
              <a:t>Generated from Quotation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Segoe UI Semibold"/>
              </a:defRPr>
            </a:pPr>
            <a:r>
              <a:t>Customer Need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91440" cy="36576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お客様は高性能なゲーミングノートパソコンの購入を検討中です。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快適でストレスフリーなゲーム体験を求めています。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最新のスペックで長時間のゲームプレイにも耐えうる性能が必要です。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信頼できる製品とサポート体制を重視されています。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迅速な納品と明確な保証条件を希望されています。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Segoe UI Semibold"/>
              </a:defRPr>
            </a:pPr>
            <a:r>
              <a:t>Our Solution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91440" cy="36576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高性能CPUとグラフィックカードを搭載したゲーミングノートパソコンを提案。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16GB RAMと512GB SSDにより高速かつ快適な動作を実現。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最新のゲームタイトルもスムーズにプレイ可能なスペック。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1年間の製品保証と初期設定サポートを提供。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注文確定後約2週間で納品し、迅速な対応を約束。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Segoe UI Semibold"/>
              </a:defRPr>
            </a:pPr>
            <a:r>
              <a:t>Product Overview (Specifications)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91440" cy="36576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CPU: 高性能プロセッサ搭載（詳細は注文確定後に最終確認）。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RAM: 16GBでマルチタスクも快適に対応。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ストレージ: 512GB SSDで高速読み書きを実現。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グラフィックカード: 最新世代の高性能モデルを採用。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デザインは持ち運びやすさと冷却性能を両立。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Segoe UI Semibold"/>
              </a:defRPr>
            </a:pPr>
            <a:r>
              <a:t>Pricing Breakdown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91440" cy="36576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製品価格: ¥150,000（税抜）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消費税（10%）: ¥15,000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合計金額: ¥165,000（税込）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価格には高性能パーツとサポート費用が含まれています。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30日間の見積有効期限内にご検討ください。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Segoe UI Semibold"/>
              </a:defRPr>
            </a:pPr>
            <a:r>
              <a:t>Warranty &amp; Support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91440" cy="36576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購入日より1年間の製品保証を提供。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納品前に動作確認を実施し品質を保証。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必要に応じて初期設定サポートを無料で実施。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安心のアフターサービス体制を整備。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ご不明点はいつでもお問い合わせ可能です。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Segoe UI Semibold"/>
              </a:defRPr>
            </a:pPr>
            <a:r>
              <a:t>Product Comparison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91440" cy="36576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同一スペックの3つのバリエーションを比較。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価格と性能は同等で、名称のみ異なります。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お客様のブランドイメージに合わせて選択可能。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全て高性能CPU、16GB RAM、512GB SSD搭載。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1年間保証とサポートも同様に充実。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Segoe UI Semibold"/>
              </a:defRPr>
            </a:pPr>
            <a:r>
              <a:t>Delivery Timeline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91440" cy="36576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注文確定後、約2週間で納品予定。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納品前に製品の動作をしっかり確認。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仕様の最終確認を注文後に実施。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迅速かつ確実な納品でお待たせしません。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納期に関するご相談も柔軟に対応可能。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Segoe UI Semibold"/>
              </a:defRPr>
            </a:pPr>
            <a:r>
              <a:t>Call to Action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91440" cy="36576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見積内容のご確認とご承認をお願いいたします。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ご質問や追加要望はお気軽にご連絡ください。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ご承認後、正式な注文書を発行いたします。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最高のゲーム体験を実現する一歩を踏み出しましょう。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お客様のご連絡を心よりお待ちしております。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Segoe UI Semibold"/>
              </a:defRPr>
            </a:pPr>
            <a:r>
              <a:t>Product Comparison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8"/>
              </a:tblGrid>
              <a:tr h="1143000"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Product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Price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Storage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Warranty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Support</a:t>
                      </a:r>
                    </a:p>
                  </a:txBody>
                  <a:tcPr/>
                </a:tc>
              </a:tr>
              <a:tr h="1143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Product Name Variant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¥165,000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高性能CPU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16GB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512GB SSD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1年間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初期設定サポート、動作確認</a:t>
                      </a:r>
                    </a:p>
                  </a:txBody>
                  <a:tcPr/>
                </a:tc>
              </a:tr>
              <a:tr h="1143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Product Name Variant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¥165,000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高性能CPU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16GB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512GB SSD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1年間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初期設定サポート、動作確認</a:t>
                      </a:r>
                    </a:p>
                  </a:txBody>
                  <a:tcPr/>
                </a:tc>
              </a:tr>
              <a:tr h="1143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Product Name Variant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¥165,000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高性能CPU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16GB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512GB SSD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1年間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初期設定サポート、動作確認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