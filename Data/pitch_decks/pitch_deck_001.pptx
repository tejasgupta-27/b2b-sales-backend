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5"/>
  </p:notesMasterIdLst>
  <p:handoutMasterIdLst>
    <p:handoutMasterId r:id="rId6"/>
  </p:handoutMasterIdLst>
  <p:sldIdLst>
    <p:sldId id="256" r:id="rId11"/>
    <p:sldId id="257" r:id="rId12"/>
    <p:sldId id="258" r:id="rId13"/>
    <p:sldId id="259" r:id="rId14"/>
    <p:sldId id="260" r:id="rId15"/>
    <p:sldId id="261" r:id="rId16"/>
    <p:sldId id="262" r:id="rId17"/>
    <p:sldId id="263" r:id="rId18"/>
    <p:sldId id="264" r:id="rId19"/>
    <p:sldId id="265" r:id="rId20"/>
  </p:sldIdLst>
  <p:sldSz cx="9144000" cy="6858000" type="letter"/>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74" autoAdjust="0"/>
  </p:normalViewPr>
  <p:slideViewPr>
    <p:cSldViewPr snapToGrid="0" snapToObjects="1">
      <p:cViewPr varScale="1">
        <p:scale>
          <a:sx n="82" d="100"/>
          <a:sy n="82" d="100"/>
        </p:scale>
        <p:origin x="1502" y="72"/>
      </p:cViewPr>
      <p:guideLst/>
    </p:cSldViewPr>
  </p:slideViewPr>
  <p:notesTextViewPr>
    <p:cViewPr>
      <p:scale>
        <a:sx n="1" d="1"/>
        <a:sy n="1" d="1"/>
      </p:scale>
      <p:origin x="0" y="0"/>
    </p:cViewPr>
  </p:notesTextViewPr>
  <p:notesViewPr>
    <p:cSldViewPr snapToGrid="0" snapToObjects="1">
      <p:cViewPr varScale="1">
        <p:scale>
          <a:sx n="59" d="100"/>
          <a:sy n="59" d="100"/>
        </p:scale>
        <p:origin x="2458" y="8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55C356-87C3-46C0-9BE5-0C438CD8606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ED084F9A-0678-4D9D-A6DE-5580339F30C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2466B4-265E-45CE-96BF-654B8C3EDD3A}" type="datetimeFigureOut">
              <a:rPr lang="en-US" smtClean="0"/>
              <a:t>6/4/2025</a:t>
            </a:fld>
            <a:endParaRPr lang="en-US" dirty="0"/>
          </a:p>
        </p:txBody>
      </p:sp>
      <p:sp>
        <p:nvSpPr>
          <p:cNvPr id="4" name="Footer Placeholder 3">
            <a:extLst>
              <a:ext uri="{FF2B5EF4-FFF2-40B4-BE49-F238E27FC236}">
                <a16:creationId xmlns:a16="http://schemas.microsoft.com/office/drawing/2014/main" id="{E3FA5588-4D70-4A31-96A1-E7657C52245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B593C42-755E-447B-990E-F4CE9365EF3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BD836DF-17F6-4050-BFA7-2C163529DC32}" type="slidenum">
              <a:rPr lang="en-US" smtClean="0"/>
              <a:t>‹#›</a:t>
            </a:fld>
            <a:endParaRPr lang="en-US" dirty="0"/>
          </a:p>
        </p:txBody>
      </p:sp>
    </p:spTree>
    <p:extLst>
      <p:ext uri="{BB962C8B-B14F-4D97-AF65-F5344CB8AC3E}">
        <p14:creationId xmlns:p14="http://schemas.microsoft.com/office/powerpoint/2010/main" val="38825461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42C8C0-3D92-43D9-9A29-981FA6744B0E}" type="datetimeFigureOut">
              <a:rPr lang="en-US" smtClean="0"/>
              <a:t>6/4/2025</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4B92B7-C405-42F2-A911-E7C15F1E4B66}" type="slidenum">
              <a:rPr lang="en-US" smtClean="0"/>
              <a:t>‹#›</a:t>
            </a:fld>
            <a:endParaRPr lang="en-US" dirty="0"/>
          </a:p>
        </p:txBody>
      </p:sp>
    </p:spTree>
    <p:extLst>
      <p:ext uri="{BB962C8B-B14F-4D97-AF65-F5344CB8AC3E}">
        <p14:creationId xmlns:p14="http://schemas.microsoft.com/office/powerpoint/2010/main" val="144941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elcome Sig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01E5D-B2CA-4340-A705-A178FDF0CDB0}"/>
              </a:ext>
            </a:extLst>
          </p:cNvPr>
          <p:cNvSpPr>
            <a:spLocks noGrp="1"/>
          </p:cNvSpPr>
          <p:nvPr>
            <p:ph type="title" hasCustomPrompt="1"/>
          </p:nvPr>
        </p:nvSpPr>
        <p:spPr>
          <a:xfrm>
            <a:off x="628650" y="2660125"/>
            <a:ext cx="7886700" cy="1325563"/>
          </a:xfrm>
        </p:spPr>
        <p:txBody>
          <a:bodyPr>
            <a:noAutofit/>
          </a:bodyPr>
          <a:lstStyle>
            <a:lvl1pPr>
              <a:defRPr sz="9600" cap="all" spc="600" baseline="0">
                <a:solidFill>
                  <a:schemeClr val="tx1"/>
                </a:solidFill>
                <a:latin typeface="Franklin Gothic Demi" panose="020B0703020102020204" pitchFamily="34" charset="0"/>
              </a:defRPr>
            </a:lvl1pPr>
          </a:lstStyle>
          <a:p>
            <a:r>
              <a:rPr lang="en-US" dirty="0"/>
              <a:t>WELCOME</a:t>
            </a:r>
          </a:p>
        </p:txBody>
      </p:sp>
      <p:sp>
        <p:nvSpPr>
          <p:cNvPr id="22" name="Text Placeholder 12">
            <a:extLst>
              <a:ext uri="{FF2B5EF4-FFF2-40B4-BE49-F238E27FC236}">
                <a16:creationId xmlns:a16="http://schemas.microsoft.com/office/drawing/2014/main" id="{373CE0CF-8E13-4F8A-93AD-BFB4E9340D4C}"/>
              </a:ext>
            </a:extLst>
          </p:cNvPr>
          <p:cNvSpPr>
            <a:spLocks noGrp="1"/>
          </p:cNvSpPr>
          <p:nvPr>
            <p:ph type="body" sz="quarter" idx="13" hasCustomPrompt="1"/>
          </p:nvPr>
        </p:nvSpPr>
        <p:spPr>
          <a:xfrm>
            <a:off x="628650" y="1828453"/>
            <a:ext cx="7886700" cy="831672"/>
          </a:xfrm>
        </p:spPr>
        <p:txBody>
          <a:bodyPr anchor="ctr">
            <a:noAutofit/>
          </a:bodyPr>
          <a:lstStyle>
            <a:lvl1pPr>
              <a:defRPr sz="7600" cap="all" spc="300" baseline="0">
                <a:solidFill>
                  <a:schemeClr val="tx2"/>
                </a:solidFill>
                <a:latin typeface="+mj-lt"/>
              </a:defRPr>
            </a:lvl1pPr>
          </a:lstStyle>
          <a:p>
            <a:pPr lvl="0"/>
            <a:r>
              <a:rPr lang="en-US" dirty="0"/>
              <a:t>BRIDE + GROOM</a:t>
            </a:r>
          </a:p>
        </p:txBody>
      </p:sp>
      <p:sp>
        <p:nvSpPr>
          <p:cNvPr id="23" name="Text Placeholder 16">
            <a:extLst>
              <a:ext uri="{FF2B5EF4-FFF2-40B4-BE49-F238E27FC236}">
                <a16:creationId xmlns:a16="http://schemas.microsoft.com/office/drawing/2014/main" id="{C30CCB5B-985D-4B0C-A0DE-92677D62C2FF}"/>
              </a:ext>
            </a:extLst>
          </p:cNvPr>
          <p:cNvSpPr>
            <a:spLocks noGrp="1"/>
          </p:cNvSpPr>
          <p:nvPr>
            <p:ph type="body" sz="quarter" idx="15" hasCustomPrompt="1"/>
          </p:nvPr>
        </p:nvSpPr>
        <p:spPr>
          <a:xfrm>
            <a:off x="3363912" y="5344232"/>
            <a:ext cx="2416176" cy="647700"/>
          </a:xfrm>
        </p:spPr>
        <p:txBody>
          <a:bodyPr>
            <a:normAutofit/>
          </a:bodyPr>
          <a:lstStyle>
            <a:lvl1pPr>
              <a:defRPr sz="2800" b="1">
                <a:solidFill>
                  <a:schemeClr val="tx2"/>
                </a:solidFill>
                <a:latin typeface="+mj-lt"/>
                <a:cs typeface="Arial" panose="020B0604020202020204" pitchFamily="34" charset="0"/>
              </a:defRPr>
            </a:lvl1pPr>
          </a:lstStyle>
          <a:p>
            <a:pPr lvl="0"/>
            <a:r>
              <a:rPr lang="en-US" dirty="0"/>
              <a:t>10.25.20</a:t>
            </a:r>
          </a:p>
        </p:txBody>
      </p:sp>
    </p:spTree>
    <p:extLst>
      <p:ext uri="{BB962C8B-B14F-4D97-AF65-F5344CB8AC3E}">
        <p14:creationId xmlns:p14="http://schemas.microsoft.com/office/powerpoint/2010/main" val="3656138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ehearsal Dinner Sign">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7381769-0636-4172-A65E-09315A1C33A1}"/>
              </a:ext>
            </a:extLst>
          </p:cNvPr>
          <p:cNvSpPr>
            <a:spLocks noGrp="1"/>
          </p:cNvSpPr>
          <p:nvPr>
            <p:ph type="title" hasCustomPrompt="1"/>
          </p:nvPr>
        </p:nvSpPr>
        <p:spPr>
          <a:xfrm>
            <a:off x="628650" y="2660125"/>
            <a:ext cx="7886700" cy="1325563"/>
          </a:xfrm>
        </p:spPr>
        <p:txBody>
          <a:bodyPr>
            <a:noAutofit/>
          </a:bodyPr>
          <a:lstStyle>
            <a:lvl1pPr>
              <a:defRPr sz="9600" cap="all" spc="600" baseline="0">
                <a:solidFill>
                  <a:schemeClr val="tx1"/>
                </a:solidFill>
                <a:latin typeface="Franklin Gothic Demi" panose="020B0703020102020204" pitchFamily="34" charset="0"/>
              </a:defRPr>
            </a:lvl1pPr>
          </a:lstStyle>
          <a:p>
            <a:r>
              <a:rPr lang="en-US" dirty="0"/>
              <a:t>WELCOME</a:t>
            </a:r>
          </a:p>
        </p:txBody>
      </p:sp>
      <p:sp>
        <p:nvSpPr>
          <p:cNvPr id="4" name="Text Placeholder 3">
            <a:extLst>
              <a:ext uri="{FF2B5EF4-FFF2-40B4-BE49-F238E27FC236}">
                <a16:creationId xmlns:a16="http://schemas.microsoft.com/office/drawing/2014/main" id="{4E3E042F-2C9E-4BD8-BBCF-A6E8008D3BE2}"/>
              </a:ext>
            </a:extLst>
          </p:cNvPr>
          <p:cNvSpPr>
            <a:spLocks noGrp="1"/>
          </p:cNvSpPr>
          <p:nvPr>
            <p:ph type="body" sz="quarter" idx="16" hasCustomPrompt="1"/>
          </p:nvPr>
        </p:nvSpPr>
        <p:spPr>
          <a:xfrm>
            <a:off x="912813" y="3947588"/>
            <a:ext cx="7318375" cy="647700"/>
          </a:xfrm>
        </p:spPr>
        <p:txBody>
          <a:bodyPr>
            <a:noAutofit/>
          </a:bodyPr>
          <a:lstStyle>
            <a:lvl1pPr>
              <a:defRPr sz="2800" baseline="0">
                <a:solidFill>
                  <a:schemeClr val="tx1"/>
                </a:solidFill>
                <a:latin typeface="+mn-lt"/>
              </a:defRPr>
            </a:lvl1pPr>
          </a:lstStyle>
          <a:p>
            <a:pPr lvl="0"/>
            <a:r>
              <a:rPr lang="en-US" dirty="0"/>
              <a:t>To Our Rehearsal Dinner</a:t>
            </a:r>
          </a:p>
        </p:txBody>
      </p:sp>
      <p:sp>
        <p:nvSpPr>
          <p:cNvPr id="8" name="Text Placeholder 12">
            <a:extLst>
              <a:ext uri="{FF2B5EF4-FFF2-40B4-BE49-F238E27FC236}">
                <a16:creationId xmlns:a16="http://schemas.microsoft.com/office/drawing/2014/main" id="{E8596483-105B-4735-A7BA-F5D0853F0D2C}"/>
              </a:ext>
            </a:extLst>
          </p:cNvPr>
          <p:cNvSpPr>
            <a:spLocks noGrp="1"/>
          </p:cNvSpPr>
          <p:nvPr>
            <p:ph type="body" sz="quarter" idx="13" hasCustomPrompt="1"/>
          </p:nvPr>
        </p:nvSpPr>
        <p:spPr>
          <a:xfrm>
            <a:off x="628650" y="1828453"/>
            <a:ext cx="7886700" cy="831672"/>
          </a:xfrm>
        </p:spPr>
        <p:txBody>
          <a:bodyPr anchor="ctr">
            <a:noAutofit/>
          </a:bodyPr>
          <a:lstStyle>
            <a:lvl1pPr>
              <a:defRPr sz="7600" cap="all" spc="300" baseline="0">
                <a:solidFill>
                  <a:schemeClr val="tx2"/>
                </a:solidFill>
                <a:latin typeface="+mj-lt"/>
              </a:defRPr>
            </a:lvl1pPr>
          </a:lstStyle>
          <a:p>
            <a:pPr lvl="0"/>
            <a:r>
              <a:rPr lang="en-US" dirty="0"/>
              <a:t>BRIDE + GROOM</a:t>
            </a:r>
          </a:p>
        </p:txBody>
      </p:sp>
      <p:sp>
        <p:nvSpPr>
          <p:cNvPr id="9" name="Text Placeholder 16">
            <a:extLst>
              <a:ext uri="{FF2B5EF4-FFF2-40B4-BE49-F238E27FC236}">
                <a16:creationId xmlns:a16="http://schemas.microsoft.com/office/drawing/2014/main" id="{27213878-DC22-442E-B6C8-DAF47CB24190}"/>
              </a:ext>
            </a:extLst>
          </p:cNvPr>
          <p:cNvSpPr>
            <a:spLocks noGrp="1"/>
          </p:cNvSpPr>
          <p:nvPr>
            <p:ph type="body" sz="quarter" idx="15" hasCustomPrompt="1"/>
          </p:nvPr>
        </p:nvSpPr>
        <p:spPr>
          <a:xfrm>
            <a:off x="3363912" y="5344232"/>
            <a:ext cx="2416176" cy="647700"/>
          </a:xfrm>
        </p:spPr>
        <p:txBody>
          <a:bodyPr>
            <a:normAutofit/>
          </a:bodyPr>
          <a:lstStyle>
            <a:lvl1pPr>
              <a:defRPr sz="2800" b="1">
                <a:solidFill>
                  <a:schemeClr val="tx2"/>
                </a:solidFill>
                <a:latin typeface="+mj-lt"/>
                <a:cs typeface="Arial" panose="020B0604020202020204" pitchFamily="34" charset="0"/>
              </a:defRPr>
            </a:lvl1pPr>
          </a:lstStyle>
          <a:p>
            <a:pPr lvl="0"/>
            <a:r>
              <a:rPr lang="en-US" dirty="0"/>
              <a:t>10.25.XX</a:t>
            </a:r>
          </a:p>
        </p:txBody>
      </p:sp>
    </p:spTree>
    <p:extLst>
      <p:ext uri="{BB962C8B-B14F-4D97-AF65-F5344CB8AC3E}">
        <p14:creationId xmlns:p14="http://schemas.microsoft.com/office/powerpoint/2010/main" val="761053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ating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92223-1A83-4FF8-848D-F9FD64B51CF8}"/>
              </a:ext>
            </a:extLst>
          </p:cNvPr>
          <p:cNvSpPr>
            <a:spLocks noGrp="1"/>
          </p:cNvSpPr>
          <p:nvPr>
            <p:ph type="title" hasCustomPrompt="1"/>
          </p:nvPr>
        </p:nvSpPr>
        <p:spPr>
          <a:xfrm>
            <a:off x="914400" y="1260861"/>
            <a:ext cx="7315200" cy="832018"/>
          </a:xfrm>
          <a:prstGeom prst="rect">
            <a:avLst/>
          </a:prstGeom>
        </p:spPr>
        <p:txBody>
          <a:bodyPr>
            <a:noAutofit/>
          </a:bodyPr>
          <a:lstStyle>
            <a:lvl1pPr algn="ctr">
              <a:defRPr sz="4400" b="0" cap="all" spc="0" baseline="0">
                <a:solidFill>
                  <a:schemeClr val="tx1"/>
                </a:solidFill>
                <a:latin typeface="Franklin Gothic Demi" panose="020B0703020102020204" pitchFamily="34" charset="0"/>
              </a:defRPr>
            </a:lvl1pPr>
          </a:lstStyle>
          <a:p>
            <a:r>
              <a:rPr lang="en-US" dirty="0"/>
              <a:t>FIND YOUR SEAT</a:t>
            </a:r>
          </a:p>
        </p:txBody>
      </p:sp>
      <p:sp>
        <p:nvSpPr>
          <p:cNvPr id="23" name="Text Placeholder 22">
            <a:extLst>
              <a:ext uri="{FF2B5EF4-FFF2-40B4-BE49-F238E27FC236}">
                <a16:creationId xmlns:a16="http://schemas.microsoft.com/office/drawing/2014/main" id="{0CE749E3-50F7-43AA-8078-217DA822E726}"/>
              </a:ext>
            </a:extLst>
          </p:cNvPr>
          <p:cNvSpPr>
            <a:spLocks noGrp="1"/>
          </p:cNvSpPr>
          <p:nvPr>
            <p:ph type="body" sz="quarter" idx="10" hasCustomPrompt="1"/>
          </p:nvPr>
        </p:nvSpPr>
        <p:spPr>
          <a:xfrm>
            <a:off x="914400" y="728997"/>
            <a:ext cx="7314676" cy="832017"/>
          </a:xfrm>
          <a:prstGeom prst="rect">
            <a:avLst/>
          </a:prstGeom>
        </p:spPr>
        <p:txBody>
          <a:bodyPr anchor="ctr">
            <a:noAutofit/>
          </a:bodyPr>
          <a:lstStyle>
            <a:lvl1pPr algn="ctr">
              <a:defRPr sz="5000" cap="all" spc="200" baseline="0">
                <a:solidFill>
                  <a:schemeClr val="tx2"/>
                </a:solidFill>
                <a:latin typeface="+mj-lt"/>
              </a:defRPr>
            </a:lvl1pPr>
          </a:lstStyle>
          <a:p>
            <a:pPr lvl="0"/>
            <a:r>
              <a:rPr lang="en-US" dirty="0"/>
              <a:t>BRIDE + GROOM</a:t>
            </a:r>
          </a:p>
        </p:txBody>
      </p:sp>
      <p:sp>
        <p:nvSpPr>
          <p:cNvPr id="25" name="Text Placeholder 24">
            <a:extLst>
              <a:ext uri="{FF2B5EF4-FFF2-40B4-BE49-F238E27FC236}">
                <a16:creationId xmlns:a16="http://schemas.microsoft.com/office/drawing/2014/main" id="{F92CAD29-00A6-4176-92C3-ECBA996ED71F}"/>
              </a:ext>
            </a:extLst>
          </p:cNvPr>
          <p:cNvSpPr>
            <a:spLocks noGrp="1"/>
          </p:cNvSpPr>
          <p:nvPr>
            <p:ph type="body" sz="quarter" idx="11" hasCustomPrompt="1"/>
          </p:nvPr>
        </p:nvSpPr>
        <p:spPr>
          <a:xfrm>
            <a:off x="628650" y="2757801"/>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1</a:t>
            </a:r>
          </a:p>
        </p:txBody>
      </p:sp>
      <p:sp>
        <p:nvSpPr>
          <p:cNvPr id="26" name="Text Placeholder 24">
            <a:extLst>
              <a:ext uri="{FF2B5EF4-FFF2-40B4-BE49-F238E27FC236}">
                <a16:creationId xmlns:a16="http://schemas.microsoft.com/office/drawing/2014/main" id="{C406AE24-E5AD-4AD9-86D9-3A46A0EBA3EF}"/>
              </a:ext>
            </a:extLst>
          </p:cNvPr>
          <p:cNvSpPr>
            <a:spLocks noGrp="1"/>
          </p:cNvSpPr>
          <p:nvPr>
            <p:ph type="body" sz="quarter" idx="12" hasCustomPrompt="1"/>
          </p:nvPr>
        </p:nvSpPr>
        <p:spPr>
          <a:xfrm>
            <a:off x="2773543" y="2757801"/>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2</a:t>
            </a:r>
          </a:p>
        </p:txBody>
      </p:sp>
      <p:sp>
        <p:nvSpPr>
          <p:cNvPr id="27" name="Text Placeholder 24">
            <a:extLst>
              <a:ext uri="{FF2B5EF4-FFF2-40B4-BE49-F238E27FC236}">
                <a16:creationId xmlns:a16="http://schemas.microsoft.com/office/drawing/2014/main" id="{F473BF3A-5E89-42F3-A9B9-16318E970E16}"/>
              </a:ext>
            </a:extLst>
          </p:cNvPr>
          <p:cNvSpPr>
            <a:spLocks noGrp="1"/>
          </p:cNvSpPr>
          <p:nvPr>
            <p:ph type="body" sz="quarter" idx="13" hasCustomPrompt="1"/>
          </p:nvPr>
        </p:nvSpPr>
        <p:spPr>
          <a:xfrm>
            <a:off x="4914763" y="2757801"/>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3</a:t>
            </a:r>
          </a:p>
        </p:txBody>
      </p:sp>
      <p:sp>
        <p:nvSpPr>
          <p:cNvPr id="28" name="Text Placeholder 24">
            <a:extLst>
              <a:ext uri="{FF2B5EF4-FFF2-40B4-BE49-F238E27FC236}">
                <a16:creationId xmlns:a16="http://schemas.microsoft.com/office/drawing/2014/main" id="{E1050BD6-5687-45FB-9A43-127691F83604}"/>
              </a:ext>
            </a:extLst>
          </p:cNvPr>
          <p:cNvSpPr>
            <a:spLocks noGrp="1"/>
          </p:cNvSpPr>
          <p:nvPr>
            <p:ph type="body" sz="quarter" idx="14" hasCustomPrompt="1"/>
          </p:nvPr>
        </p:nvSpPr>
        <p:spPr>
          <a:xfrm>
            <a:off x="628650" y="4787539"/>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4</a:t>
            </a:r>
          </a:p>
        </p:txBody>
      </p:sp>
      <p:sp>
        <p:nvSpPr>
          <p:cNvPr id="29" name="Text Placeholder 24">
            <a:extLst>
              <a:ext uri="{FF2B5EF4-FFF2-40B4-BE49-F238E27FC236}">
                <a16:creationId xmlns:a16="http://schemas.microsoft.com/office/drawing/2014/main" id="{612E2008-796B-49AC-843C-456B3AFA4E27}"/>
              </a:ext>
            </a:extLst>
          </p:cNvPr>
          <p:cNvSpPr>
            <a:spLocks noGrp="1"/>
          </p:cNvSpPr>
          <p:nvPr>
            <p:ph type="body" sz="quarter" idx="15" hasCustomPrompt="1"/>
          </p:nvPr>
        </p:nvSpPr>
        <p:spPr>
          <a:xfrm>
            <a:off x="2766197" y="4787539"/>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5</a:t>
            </a:r>
          </a:p>
        </p:txBody>
      </p:sp>
      <p:sp>
        <p:nvSpPr>
          <p:cNvPr id="30" name="Text Placeholder 24">
            <a:extLst>
              <a:ext uri="{FF2B5EF4-FFF2-40B4-BE49-F238E27FC236}">
                <a16:creationId xmlns:a16="http://schemas.microsoft.com/office/drawing/2014/main" id="{D5D93309-F741-40BE-903F-0D6999BF1C6C}"/>
              </a:ext>
            </a:extLst>
          </p:cNvPr>
          <p:cNvSpPr>
            <a:spLocks noGrp="1"/>
          </p:cNvSpPr>
          <p:nvPr>
            <p:ph type="body" sz="quarter" idx="16" hasCustomPrompt="1"/>
          </p:nvPr>
        </p:nvSpPr>
        <p:spPr>
          <a:xfrm>
            <a:off x="4914763" y="4787539"/>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6</a:t>
            </a:r>
          </a:p>
        </p:txBody>
      </p:sp>
      <p:sp>
        <p:nvSpPr>
          <p:cNvPr id="22" name="Text Placeholder 24">
            <a:extLst>
              <a:ext uri="{FF2B5EF4-FFF2-40B4-BE49-F238E27FC236}">
                <a16:creationId xmlns:a16="http://schemas.microsoft.com/office/drawing/2014/main" id="{3F045C1D-806B-4CD2-B443-C1E467A731C0}"/>
              </a:ext>
            </a:extLst>
          </p:cNvPr>
          <p:cNvSpPr>
            <a:spLocks noGrp="1"/>
          </p:cNvSpPr>
          <p:nvPr>
            <p:ph type="body" sz="quarter" idx="23" hasCustomPrompt="1"/>
          </p:nvPr>
        </p:nvSpPr>
        <p:spPr>
          <a:xfrm>
            <a:off x="7052310" y="2762877"/>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3</a:t>
            </a:r>
          </a:p>
        </p:txBody>
      </p:sp>
      <p:sp>
        <p:nvSpPr>
          <p:cNvPr id="24" name="Text Placeholder 24">
            <a:extLst>
              <a:ext uri="{FF2B5EF4-FFF2-40B4-BE49-F238E27FC236}">
                <a16:creationId xmlns:a16="http://schemas.microsoft.com/office/drawing/2014/main" id="{153BF21F-29A6-447A-BE43-61D1DD3D69D8}"/>
              </a:ext>
            </a:extLst>
          </p:cNvPr>
          <p:cNvSpPr>
            <a:spLocks noGrp="1"/>
          </p:cNvSpPr>
          <p:nvPr>
            <p:ph type="body" sz="quarter" idx="24" hasCustomPrompt="1"/>
          </p:nvPr>
        </p:nvSpPr>
        <p:spPr>
          <a:xfrm>
            <a:off x="7052310" y="4792615"/>
            <a:ext cx="1543050" cy="365125"/>
          </a:xfrm>
          <a:prstGeom prst="rect">
            <a:avLst/>
          </a:prstGeom>
        </p:spPr>
        <p:txBody>
          <a:bodyPr>
            <a:noAutofit/>
          </a:bodyPr>
          <a:lstStyle>
            <a:lvl1pPr algn="l">
              <a:defRPr sz="1200" b="1" cap="all" spc="200" baseline="0">
                <a:solidFill>
                  <a:schemeClr val="tx2"/>
                </a:solidFill>
                <a:latin typeface="+mj-lt"/>
                <a:cs typeface="Arial" panose="020B0604020202020204" pitchFamily="34" charset="0"/>
              </a:defRPr>
            </a:lvl1pPr>
          </a:lstStyle>
          <a:p>
            <a:pPr lvl="0"/>
            <a:r>
              <a:rPr lang="en-US" dirty="0"/>
              <a:t>TABLE 6</a:t>
            </a:r>
          </a:p>
        </p:txBody>
      </p:sp>
      <p:sp>
        <p:nvSpPr>
          <p:cNvPr id="39" name="Text Placeholder 3">
            <a:extLst>
              <a:ext uri="{FF2B5EF4-FFF2-40B4-BE49-F238E27FC236}">
                <a16:creationId xmlns:a16="http://schemas.microsoft.com/office/drawing/2014/main" id="{8C32B373-7F2D-474D-9A64-1AB31886AF94}"/>
              </a:ext>
            </a:extLst>
          </p:cNvPr>
          <p:cNvSpPr>
            <a:spLocks noGrp="1"/>
          </p:cNvSpPr>
          <p:nvPr>
            <p:ph type="body" sz="quarter" idx="28" hasCustomPrompt="1"/>
          </p:nvPr>
        </p:nvSpPr>
        <p:spPr>
          <a:xfrm>
            <a:off x="623296" y="3081463"/>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0" name="Text Placeholder 3">
            <a:extLst>
              <a:ext uri="{FF2B5EF4-FFF2-40B4-BE49-F238E27FC236}">
                <a16:creationId xmlns:a16="http://schemas.microsoft.com/office/drawing/2014/main" id="{B559BF0E-B8DB-4078-8BFB-82CE6A433FFA}"/>
              </a:ext>
            </a:extLst>
          </p:cNvPr>
          <p:cNvSpPr>
            <a:spLocks noGrp="1"/>
          </p:cNvSpPr>
          <p:nvPr>
            <p:ph type="body" sz="quarter" idx="29" hasCustomPrompt="1"/>
          </p:nvPr>
        </p:nvSpPr>
        <p:spPr>
          <a:xfrm>
            <a:off x="2787264" y="3081463"/>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1" name="Text Placeholder 3">
            <a:extLst>
              <a:ext uri="{FF2B5EF4-FFF2-40B4-BE49-F238E27FC236}">
                <a16:creationId xmlns:a16="http://schemas.microsoft.com/office/drawing/2014/main" id="{14BD57D5-B1E7-4214-B971-C505925BBE71}"/>
              </a:ext>
            </a:extLst>
          </p:cNvPr>
          <p:cNvSpPr>
            <a:spLocks noGrp="1"/>
          </p:cNvSpPr>
          <p:nvPr>
            <p:ph type="body" sz="quarter" idx="30" hasCustomPrompt="1"/>
          </p:nvPr>
        </p:nvSpPr>
        <p:spPr>
          <a:xfrm>
            <a:off x="4914763" y="3081463"/>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2" name="Text Placeholder 3">
            <a:extLst>
              <a:ext uri="{FF2B5EF4-FFF2-40B4-BE49-F238E27FC236}">
                <a16:creationId xmlns:a16="http://schemas.microsoft.com/office/drawing/2014/main" id="{C8C19FB0-2ADB-475F-A14E-5202DBE2CFBB}"/>
              </a:ext>
            </a:extLst>
          </p:cNvPr>
          <p:cNvSpPr>
            <a:spLocks noGrp="1"/>
          </p:cNvSpPr>
          <p:nvPr>
            <p:ph type="body" sz="quarter" idx="31" hasCustomPrompt="1"/>
          </p:nvPr>
        </p:nvSpPr>
        <p:spPr>
          <a:xfrm>
            <a:off x="7051675" y="3081463"/>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3" name="Text Placeholder 3">
            <a:extLst>
              <a:ext uri="{FF2B5EF4-FFF2-40B4-BE49-F238E27FC236}">
                <a16:creationId xmlns:a16="http://schemas.microsoft.com/office/drawing/2014/main" id="{C9C768F4-8FEF-4E25-B6D4-CE5A7638113F}"/>
              </a:ext>
            </a:extLst>
          </p:cNvPr>
          <p:cNvSpPr>
            <a:spLocks noGrp="1"/>
          </p:cNvSpPr>
          <p:nvPr>
            <p:ph type="body" sz="quarter" idx="32" hasCustomPrompt="1"/>
          </p:nvPr>
        </p:nvSpPr>
        <p:spPr>
          <a:xfrm>
            <a:off x="630169" y="5104486"/>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4" name="Text Placeholder 3">
            <a:extLst>
              <a:ext uri="{FF2B5EF4-FFF2-40B4-BE49-F238E27FC236}">
                <a16:creationId xmlns:a16="http://schemas.microsoft.com/office/drawing/2014/main" id="{D42D56F6-3FEF-4ECC-BFAD-562ED06BB8EF}"/>
              </a:ext>
            </a:extLst>
          </p:cNvPr>
          <p:cNvSpPr>
            <a:spLocks noGrp="1"/>
          </p:cNvSpPr>
          <p:nvPr>
            <p:ph type="body" sz="quarter" idx="33" hasCustomPrompt="1"/>
          </p:nvPr>
        </p:nvSpPr>
        <p:spPr>
          <a:xfrm>
            <a:off x="2773543" y="5104486"/>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5" name="Text Placeholder 3">
            <a:extLst>
              <a:ext uri="{FF2B5EF4-FFF2-40B4-BE49-F238E27FC236}">
                <a16:creationId xmlns:a16="http://schemas.microsoft.com/office/drawing/2014/main" id="{674A7BE6-D119-4025-96A5-FD074183AB24}"/>
              </a:ext>
            </a:extLst>
          </p:cNvPr>
          <p:cNvSpPr>
            <a:spLocks noGrp="1"/>
          </p:cNvSpPr>
          <p:nvPr>
            <p:ph type="body" sz="quarter" idx="34" hasCustomPrompt="1"/>
          </p:nvPr>
        </p:nvSpPr>
        <p:spPr>
          <a:xfrm>
            <a:off x="4910455" y="5104486"/>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
        <p:nvSpPr>
          <p:cNvPr id="46" name="Text Placeholder 3">
            <a:extLst>
              <a:ext uri="{FF2B5EF4-FFF2-40B4-BE49-F238E27FC236}">
                <a16:creationId xmlns:a16="http://schemas.microsoft.com/office/drawing/2014/main" id="{30BDC173-256B-4D7F-AD68-325440FBEE9C}"/>
              </a:ext>
            </a:extLst>
          </p:cNvPr>
          <p:cNvSpPr>
            <a:spLocks noGrp="1"/>
          </p:cNvSpPr>
          <p:nvPr>
            <p:ph type="body" sz="quarter" idx="35" hasCustomPrompt="1"/>
          </p:nvPr>
        </p:nvSpPr>
        <p:spPr>
          <a:xfrm>
            <a:off x="7047367" y="5104486"/>
            <a:ext cx="1463675" cy="1371600"/>
          </a:xfrm>
        </p:spPr>
        <p:txBody>
          <a:bodyPr/>
          <a:lstStyle>
            <a:lvl1pPr algn="l">
              <a:lnSpc>
                <a:spcPct val="100000"/>
              </a:lnSpc>
              <a:spcBef>
                <a:spcPts val="0"/>
              </a:spcBef>
              <a:defRPr sz="1200">
                <a:latin typeface="Franklin Gothic Book" panose="020B0503020102020204" pitchFamily="34" charset="0"/>
              </a:defRPr>
            </a:lvl1pPr>
          </a:lstStyle>
          <a:p>
            <a:pPr lvl="0"/>
            <a:r>
              <a:rPr lang="en-US" dirty="0"/>
              <a:t>Enter guests names</a:t>
            </a:r>
          </a:p>
        </p:txBody>
      </p:sp>
    </p:spTree>
    <p:extLst>
      <p:ext uri="{BB962C8B-B14F-4D97-AF65-F5344CB8AC3E}">
        <p14:creationId xmlns:p14="http://schemas.microsoft.com/office/powerpoint/2010/main" val="3533944175"/>
      </p:ext>
    </p:extLst>
  </p:cSld>
  <p:clrMapOvr>
    <a:masterClrMapping/>
  </p:clrMapOvr>
  <p:extLst>
    <p:ext uri="{DCECCB84-F9BA-43D5-87BE-67443E8EF086}">
      <p15:sldGuideLst xmlns:p15="http://schemas.microsoft.com/office/powerpoint/2012/main">
        <p15:guide id="1" orient="horz" pos="504" userDrawn="1">
          <p15:clr>
            <a:srgbClr val="FBAE40"/>
          </p15:clr>
        </p15:guide>
        <p15:guide id="2" orient="horz" pos="76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Hashtag Sign">
    <p:spTree>
      <p:nvGrpSpPr>
        <p:cNvPr id="1" name=""/>
        <p:cNvGrpSpPr/>
        <p:nvPr/>
      </p:nvGrpSpPr>
      <p:grpSpPr>
        <a:xfrm>
          <a:off x="0" y="0"/>
          <a:ext cx="0" cy="0"/>
          <a:chOff x="0" y="0"/>
          <a:chExt cx="0" cy="0"/>
        </a:xfrm>
      </p:grpSpPr>
      <p:sp>
        <p:nvSpPr>
          <p:cNvPr id="38" name="Text Placeholder 3">
            <a:extLst>
              <a:ext uri="{FF2B5EF4-FFF2-40B4-BE49-F238E27FC236}">
                <a16:creationId xmlns:a16="http://schemas.microsoft.com/office/drawing/2014/main" id="{CD1298B0-DF74-4921-ACDD-25CA73EA0D17}"/>
              </a:ext>
            </a:extLst>
          </p:cNvPr>
          <p:cNvSpPr>
            <a:spLocks noGrp="1"/>
          </p:cNvSpPr>
          <p:nvPr>
            <p:ph type="body" sz="quarter" idx="16" hasCustomPrompt="1"/>
          </p:nvPr>
        </p:nvSpPr>
        <p:spPr>
          <a:xfrm>
            <a:off x="912813" y="3767931"/>
            <a:ext cx="7318375" cy="647700"/>
          </a:xfrm>
        </p:spPr>
        <p:txBody>
          <a:bodyPr>
            <a:noAutofit/>
          </a:bodyPr>
          <a:lstStyle>
            <a:lvl1pPr>
              <a:defRPr sz="2800">
                <a:solidFill>
                  <a:schemeClr val="tx1"/>
                </a:solidFill>
                <a:latin typeface="+mn-lt"/>
              </a:defRPr>
            </a:lvl1pPr>
          </a:lstStyle>
          <a:p>
            <a:pPr lvl="0"/>
            <a:r>
              <a:rPr lang="en-US" dirty="0"/>
              <a:t>Post your pictures using our hashtag! </a:t>
            </a:r>
          </a:p>
        </p:txBody>
      </p:sp>
      <p:sp>
        <p:nvSpPr>
          <p:cNvPr id="44" name="Title 1">
            <a:extLst>
              <a:ext uri="{FF2B5EF4-FFF2-40B4-BE49-F238E27FC236}">
                <a16:creationId xmlns:a16="http://schemas.microsoft.com/office/drawing/2014/main" id="{6D38433A-D9FF-4C22-931F-DD22EE385F83}"/>
              </a:ext>
            </a:extLst>
          </p:cNvPr>
          <p:cNvSpPr>
            <a:spLocks noGrp="1"/>
          </p:cNvSpPr>
          <p:nvPr>
            <p:ph type="title" hasCustomPrompt="1"/>
          </p:nvPr>
        </p:nvSpPr>
        <p:spPr>
          <a:xfrm>
            <a:off x="914400" y="1260861"/>
            <a:ext cx="7315200" cy="832018"/>
          </a:xfrm>
          <a:prstGeom prst="rect">
            <a:avLst/>
          </a:prstGeom>
        </p:spPr>
        <p:txBody>
          <a:bodyPr>
            <a:noAutofit/>
          </a:bodyPr>
          <a:lstStyle>
            <a:lvl1pPr algn="ctr">
              <a:defRPr sz="4400" b="0" cap="all" baseline="0">
                <a:solidFill>
                  <a:schemeClr val="tx1"/>
                </a:solidFill>
                <a:latin typeface="Franklin Gothic Demi" panose="020B0703020102020204" pitchFamily="34" charset="0"/>
              </a:defRPr>
            </a:lvl1pPr>
          </a:lstStyle>
          <a:p>
            <a:r>
              <a:rPr lang="en-US" dirty="0"/>
              <a:t>SHARE THE LOVE</a:t>
            </a:r>
          </a:p>
        </p:txBody>
      </p:sp>
      <p:sp>
        <p:nvSpPr>
          <p:cNvPr id="45" name="Text Placeholder 22">
            <a:extLst>
              <a:ext uri="{FF2B5EF4-FFF2-40B4-BE49-F238E27FC236}">
                <a16:creationId xmlns:a16="http://schemas.microsoft.com/office/drawing/2014/main" id="{F2A74B68-1636-4772-8535-B636BAC6C648}"/>
              </a:ext>
            </a:extLst>
          </p:cNvPr>
          <p:cNvSpPr>
            <a:spLocks noGrp="1"/>
          </p:cNvSpPr>
          <p:nvPr>
            <p:ph type="body" sz="quarter" idx="10" hasCustomPrompt="1"/>
          </p:nvPr>
        </p:nvSpPr>
        <p:spPr>
          <a:xfrm>
            <a:off x="914400" y="728997"/>
            <a:ext cx="7315200" cy="832017"/>
          </a:xfrm>
          <a:prstGeom prst="rect">
            <a:avLst/>
          </a:prstGeom>
        </p:spPr>
        <p:txBody>
          <a:bodyPr anchor="ctr">
            <a:noAutofit/>
          </a:bodyPr>
          <a:lstStyle>
            <a:lvl1pPr algn="ctr">
              <a:defRPr sz="5000" cap="all" spc="200" baseline="0">
                <a:solidFill>
                  <a:schemeClr val="tx2"/>
                </a:solidFill>
                <a:latin typeface="+mj-lt"/>
              </a:defRPr>
            </a:lvl1pPr>
          </a:lstStyle>
          <a:p>
            <a:pPr lvl="0"/>
            <a:r>
              <a:rPr lang="en-US" dirty="0"/>
              <a:t>BRIDE + GROOM</a:t>
            </a:r>
          </a:p>
        </p:txBody>
      </p:sp>
      <p:sp>
        <p:nvSpPr>
          <p:cNvPr id="6" name="Text Placeholder 3">
            <a:extLst>
              <a:ext uri="{FF2B5EF4-FFF2-40B4-BE49-F238E27FC236}">
                <a16:creationId xmlns:a16="http://schemas.microsoft.com/office/drawing/2014/main" id="{6123FB0D-6B56-47D6-8C8D-4094F503A383}"/>
              </a:ext>
            </a:extLst>
          </p:cNvPr>
          <p:cNvSpPr>
            <a:spLocks noGrp="1"/>
          </p:cNvSpPr>
          <p:nvPr>
            <p:ph type="body" sz="quarter" idx="17" hasCustomPrompt="1"/>
          </p:nvPr>
        </p:nvSpPr>
        <p:spPr>
          <a:xfrm>
            <a:off x="628651" y="3090069"/>
            <a:ext cx="7886700" cy="677862"/>
          </a:xfrm>
        </p:spPr>
        <p:txBody>
          <a:bodyPr vert="horz" lIns="91440" tIns="45720" rIns="91440" bIns="45720" rtlCol="0" anchor="ctr">
            <a:noAutofit/>
          </a:bodyPr>
          <a:lstStyle>
            <a:lvl1pPr>
              <a:defRPr lang="en-US" sz="6000" cap="all" spc="600" baseline="0" dirty="0">
                <a:solidFill>
                  <a:schemeClr val="tx2"/>
                </a:solidFill>
                <a:latin typeface="Franklin Gothic Demi" panose="020B0703020102020204" pitchFamily="34" charset="0"/>
                <a:ea typeface="+mj-ea"/>
                <a:cs typeface="+mj-cs"/>
              </a:defRPr>
            </a:lvl1pPr>
          </a:lstStyle>
          <a:p>
            <a:r>
              <a:rPr lang="en-US" sz="6000" dirty="0">
                <a:solidFill>
                  <a:schemeClr val="tx2"/>
                </a:solidFill>
              </a:rPr>
              <a:t>#YOURHASHTAG</a:t>
            </a:r>
          </a:p>
        </p:txBody>
      </p:sp>
    </p:spTree>
    <p:extLst>
      <p:ext uri="{BB962C8B-B14F-4D97-AF65-F5344CB8AC3E}">
        <p14:creationId xmlns:p14="http://schemas.microsoft.com/office/powerpoint/2010/main" val="400725042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jpeg"/><Relationship Id="rId7"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descr="A picture containing man, snow, standing&#10;&#10;Description automatically generated">
            <a:extLst>
              <a:ext uri="{FF2B5EF4-FFF2-40B4-BE49-F238E27FC236}">
                <a16:creationId xmlns:a16="http://schemas.microsoft.com/office/drawing/2014/main" id="{1682BFD2-2DE1-46D1-BCC4-C3479DB007A9}"/>
              </a:ext>
            </a:extLst>
          </p:cNvPr>
          <p:cNvPicPr/>
          <p:nvPr userDrawn="1"/>
        </p:nvPicPr>
        <p:blipFill rotWithShape="1">
          <a:blip r:embed="rId6" cstate="print">
            <a:extLst>
              <a:ext uri="{28A0092B-C50C-407E-A947-70E740481C1C}">
                <a14:useLocalDpi xmlns:a14="http://schemas.microsoft.com/office/drawing/2010/main" val="0"/>
              </a:ext>
            </a:extLst>
          </a:blip>
          <a:srcRect l="-1"/>
          <a:stretch/>
        </p:blipFill>
        <p:spPr>
          <a:xfrm rot="10800000">
            <a:off x="628650" y="5547302"/>
            <a:ext cx="8515350" cy="1310697"/>
          </a:xfrm>
          <a:prstGeom prst="rect">
            <a:avLst/>
          </a:prstGeom>
        </p:spPr>
      </p:pic>
      <p:pic>
        <p:nvPicPr>
          <p:cNvPr id="8" name="Picture 7" descr="A picture containing man, snow, standing&#10;&#10;Description automatically generated">
            <a:extLst>
              <a:ext uri="{FF2B5EF4-FFF2-40B4-BE49-F238E27FC236}">
                <a16:creationId xmlns:a16="http://schemas.microsoft.com/office/drawing/2014/main" id="{E040576E-BF26-4C17-B882-3096DEF8CE1C}"/>
              </a:ext>
            </a:extLst>
          </p:cNvPr>
          <p:cNvPicPr/>
          <p:nvPr userDrawn="1"/>
        </p:nvPicPr>
        <p:blipFill rotWithShape="1">
          <a:blip r:embed="rId7" cstate="print">
            <a:extLst>
              <a:ext uri="{28A0092B-C50C-407E-A947-70E740481C1C}">
                <a14:useLocalDpi xmlns:a14="http://schemas.microsoft.com/office/drawing/2010/main" val="0"/>
              </a:ext>
            </a:extLst>
          </a:blip>
          <a:srcRect l="-130"/>
          <a:stretch/>
        </p:blipFill>
        <p:spPr>
          <a:xfrm>
            <a:off x="-25400" y="0"/>
            <a:ext cx="9169400" cy="2754743"/>
          </a:xfrm>
          <a:prstGeom prst="rect">
            <a:avLst/>
          </a:prstGeom>
        </p:spPr>
      </p:pic>
      <p:sp>
        <p:nvSpPr>
          <p:cNvPr id="2" name="Title Placeholder 1">
            <a:extLst>
              <a:ext uri="{FF2B5EF4-FFF2-40B4-BE49-F238E27FC236}">
                <a16:creationId xmlns:a16="http://schemas.microsoft.com/office/drawing/2014/main" id="{DCB77CE2-F214-3941-9A5D-300C855B23C1}"/>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Autofit/>
          </a:bodyPr>
          <a:lstStyle/>
          <a:p>
            <a:r>
              <a:rPr lang="en-US" dirty="0"/>
              <a:t>Title</a:t>
            </a:r>
          </a:p>
        </p:txBody>
      </p:sp>
      <p:sp>
        <p:nvSpPr>
          <p:cNvPr id="3" name="Text Placeholder 2">
            <a:extLst>
              <a:ext uri="{FF2B5EF4-FFF2-40B4-BE49-F238E27FC236}">
                <a16:creationId xmlns:a16="http://schemas.microsoft.com/office/drawing/2014/main" id="{CF618F81-30CB-394A-A37D-3131555237FC}"/>
              </a:ext>
            </a:extLst>
          </p:cNvPr>
          <p:cNvSpPr>
            <a:spLocks noGrp="1"/>
          </p:cNvSpPr>
          <p:nvPr>
            <p:ph type="body" idx="1"/>
          </p:nvPr>
        </p:nvSpPr>
        <p:spPr>
          <a:xfrm>
            <a:off x="628650" y="1825625"/>
            <a:ext cx="7886700" cy="4351338"/>
          </a:xfrm>
          <a:prstGeom prst="rect">
            <a:avLst/>
          </a:prstGeom>
        </p:spPr>
        <p:txBody>
          <a:bodyPr vert="horz" lIns="91440" tIns="45720" rIns="91440" bIns="45720" rtlCol="0">
            <a:noAutofit/>
          </a:bodyPr>
          <a:lstStyle/>
          <a:p>
            <a:pPr lvl="0"/>
            <a:r>
              <a:rPr lang="en-US" dirty="0"/>
              <a:t>Click to add text</a:t>
            </a:r>
          </a:p>
        </p:txBody>
      </p:sp>
      <p:sp>
        <p:nvSpPr>
          <p:cNvPr id="4" name="Date Placeholder 3">
            <a:extLst>
              <a:ext uri="{FF2B5EF4-FFF2-40B4-BE49-F238E27FC236}">
                <a16:creationId xmlns:a16="http://schemas.microsoft.com/office/drawing/2014/main" id="{C5EF2629-9BBE-8846-A0BC-DE7BCDC7531B}"/>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ctr">
              <a:defRPr sz="900">
                <a:solidFill>
                  <a:schemeClr val="accent1"/>
                </a:solidFill>
              </a:defRPr>
            </a:lvl1pPr>
          </a:lstStyle>
          <a:p>
            <a:fld id="{3DF77599-03F9-E543-8172-8365D59F4986}" type="datetimeFigureOut">
              <a:rPr lang="en-US" smtClean="0"/>
              <a:pPr/>
              <a:t>6/4/2025</a:t>
            </a:fld>
            <a:endParaRPr lang="en-US" dirty="0"/>
          </a:p>
        </p:txBody>
      </p:sp>
      <p:sp>
        <p:nvSpPr>
          <p:cNvPr id="5" name="Footer Placeholder 4">
            <a:extLst>
              <a:ext uri="{FF2B5EF4-FFF2-40B4-BE49-F238E27FC236}">
                <a16:creationId xmlns:a16="http://schemas.microsoft.com/office/drawing/2014/main" id="{6755C7B9-80B3-F54C-ABD0-B84CE8954872}"/>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accent1"/>
                </a:solidFill>
              </a:defRPr>
            </a:lvl1pPr>
          </a:lstStyle>
          <a:p>
            <a:endParaRPr lang="en-US" dirty="0"/>
          </a:p>
        </p:txBody>
      </p:sp>
      <p:sp>
        <p:nvSpPr>
          <p:cNvPr id="6" name="Slide Number Placeholder 5">
            <a:extLst>
              <a:ext uri="{FF2B5EF4-FFF2-40B4-BE49-F238E27FC236}">
                <a16:creationId xmlns:a16="http://schemas.microsoft.com/office/drawing/2014/main" id="{CEA8FB6E-9C6C-D444-B3F4-4D447291E8A5}"/>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ctr">
              <a:defRPr sz="900">
                <a:solidFill>
                  <a:schemeClr val="accent1"/>
                </a:solidFill>
              </a:defRPr>
            </a:lvl1pPr>
          </a:lstStyle>
          <a:p>
            <a:fld id="{9607A8EA-B714-0743-99B8-C9D6EFC8C297}" type="slidenum">
              <a:rPr lang="en-US" smtClean="0"/>
              <a:pPr/>
              <a:t>‹#›</a:t>
            </a:fld>
            <a:endParaRPr lang="en-US" dirty="0"/>
          </a:p>
        </p:txBody>
      </p:sp>
    </p:spTree>
    <p:extLst>
      <p:ext uri="{BB962C8B-B14F-4D97-AF65-F5344CB8AC3E}">
        <p14:creationId xmlns:p14="http://schemas.microsoft.com/office/powerpoint/2010/main" val="537333585"/>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86" r:id="rId3"/>
    <p:sldLayoutId id="2147483689" r:id="rId4"/>
  </p:sldLayoutIdLst>
  <p:txStyles>
    <p:titleStyle>
      <a:lvl1pPr algn="ctr" defTabSz="685800" rtl="0" eaLnBrk="1" latinLnBrk="0" hangingPunct="1">
        <a:lnSpc>
          <a:spcPct val="90000"/>
        </a:lnSpc>
        <a:spcBef>
          <a:spcPct val="0"/>
        </a:spcBef>
        <a:buNone/>
        <a:defRPr sz="6000" kern="1200" cap="all" spc="0" baseline="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0" indent="0" algn="ctr" defTabSz="685800" rtl="0" eaLnBrk="1" latinLnBrk="0" hangingPunct="1">
        <a:lnSpc>
          <a:spcPct val="90000"/>
        </a:lnSpc>
        <a:spcBef>
          <a:spcPts val="750"/>
        </a:spcBef>
        <a:buFont typeface="Arial" panose="020B0604020202020204" pitchFamily="34" charset="0"/>
        <a:buNone/>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accent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accent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accent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accent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6400800" cy="1828800"/>
          </a:xfrm>
          <a:prstGeom prst="rect">
            <a:avLst/>
          </a:prstGeom>
          <a:noFill/>
        </p:spPr>
        <p:txBody>
          <a:bodyPr wrap="none">
            <a:spAutoFit/>
          </a:bodyPr>
          <a:lstStyle/>
          <a:p>
            <a:pPr algn="ctr">
              <a:defRPr sz="4400" b="1">
                <a:solidFill>
                  <a:srgbClr val="2C3E50"/>
                </a:solidFill>
                <a:latin typeface="Segoe UI Semibold"/>
              </a:defRPr>
            </a:pPr>
            <a:r>
              <a:t>Sales Pitch Deck</a:t>
            </a:r>
          </a:p>
          <a:p>
            <a:pPr algn="ctr">
              <a:defRPr sz="2400">
                <a:solidFill>
                  <a:srgbClr val="3498DB"/>
                </a:solidFill>
                <a:latin typeface="Segoe UI"/>
              </a:defRPr>
            </a:pPr>
            <a:r>
              <a:t>Generated from Quotation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Customer Need</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顧客はゲーミングマウスの購入を希望しています。</a:t>
            </a:r>
          </a:p>
          <a:p>
            <a:pPr>
              <a:spcAft>
                <a:spcPts val="1200"/>
              </a:spcAft>
              <a:defRPr sz="2000">
                <a:solidFill>
                  <a:srgbClr val="505050"/>
                </a:solidFill>
                <a:latin typeface="Segoe UI"/>
              </a:defRPr>
            </a:pPr>
            <a:r>
              <a:t>• ゲームプレイの快適さと性能向上を重視しています。</a:t>
            </a:r>
          </a:p>
          <a:p>
            <a:pPr>
              <a:spcAft>
                <a:spcPts val="1200"/>
              </a:spcAft>
              <a:defRPr sz="2000">
                <a:solidFill>
                  <a:srgbClr val="505050"/>
                </a:solidFill>
                <a:latin typeface="Segoe UI"/>
              </a:defRPr>
            </a:pPr>
            <a:r>
              <a:t>• 高精度な操作性で勝率アップを目指しています。</a:t>
            </a:r>
          </a:p>
          <a:p>
            <a:pPr>
              <a:spcAft>
                <a:spcPts val="1200"/>
              </a:spcAft>
              <a:defRPr sz="2000">
                <a:solidFill>
                  <a:srgbClr val="505050"/>
                </a:solidFill>
                <a:latin typeface="Segoe UI"/>
              </a:defRPr>
            </a:pPr>
            <a:r>
              <a:t>• カスタマイズ可能なボタンで操作性を最適化したい。</a:t>
            </a:r>
          </a:p>
          <a:p>
            <a:pPr>
              <a:spcAft>
                <a:spcPts val="1200"/>
              </a:spcAft>
              <a:defRPr sz="2000">
                <a:solidFill>
                  <a:srgbClr val="505050"/>
                </a:solidFill>
                <a:latin typeface="Segoe UI"/>
              </a:defRPr>
            </a:pPr>
            <a:r>
              <a:t>• 快適なグリップで長時間プレイでも疲れにくい製品を求めています。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Our Solution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高精度センサー搭載のゲーミングマウスをご提案。</a:t>
            </a:r>
          </a:p>
          <a:p>
            <a:pPr>
              <a:spcAft>
                <a:spcPts val="1200"/>
              </a:spcAft>
              <a:defRPr sz="2000">
                <a:solidFill>
                  <a:srgbClr val="505050"/>
                </a:solidFill>
                <a:latin typeface="Segoe UI"/>
              </a:defRPr>
            </a:pPr>
            <a:r>
              <a:t>• 快適なグリップ設計で長時間の使用も快適。</a:t>
            </a:r>
          </a:p>
          <a:p>
            <a:pPr>
              <a:spcAft>
                <a:spcPts val="1200"/>
              </a:spcAft>
              <a:defRPr sz="2000">
                <a:solidFill>
                  <a:srgbClr val="505050"/>
                </a:solidFill>
                <a:latin typeface="Segoe UI"/>
              </a:defRPr>
            </a:pPr>
            <a:r>
              <a:t>• ボタンのカスタマイズで操作性を自由に設定可能。</a:t>
            </a:r>
          </a:p>
          <a:p>
            <a:pPr>
              <a:spcAft>
                <a:spcPts val="1200"/>
              </a:spcAft>
              <a:defRPr sz="2000">
                <a:solidFill>
                  <a:srgbClr val="505050"/>
                </a:solidFill>
                <a:latin typeface="Segoe UI"/>
              </a:defRPr>
            </a:pPr>
            <a:r>
              <a:t>• 高性能かつ耐久性のあるハードウェアを採用。</a:t>
            </a:r>
          </a:p>
          <a:p>
            <a:pPr>
              <a:spcAft>
                <a:spcPts val="1200"/>
              </a:spcAft>
              <a:defRPr sz="2000">
                <a:solidFill>
                  <a:srgbClr val="505050"/>
                </a:solidFill>
                <a:latin typeface="Segoe UI"/>
              </a:defRPr>
            </a:pPr>
            <a:r>
              <a:t>• 最高のゲーム体験をサポートし、プレイの質を向上させます。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Product Overview (Specifications)</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製品名: ゲーミングマウス</a:t>
            </a:r>
          </a:p>
          <a:p>
            <a:pPr>
              <a:spcAft>
                <a:spcPts val="1200"/>
              </a:spcAft>
              <a:defRPr sz="2000">
                <a:solidFill>
                  <a:srgbClr val="505050"/>
                </a:solidFill>
                <a:latin typeface="Segoe UI"/>
              </a:defRPr>
            </a:pPr>
            <a:r>
              <a:t>• 高精度センサー搭載で正確な操作が可能。</a:t>
            </a:r>
          </a:p>
          <a:p>
            <a:pPr>
              <a:spcAft>
                <a:spcPts val="1200"/>
              </a:spcAft>
              <a:defRPr sz="2000">
                <a:solidFill>
                  <a:srgbClr val="505050"/>
                </a:solidFill>
                <a:latin typeface="Segoe UI"/>
              </a:defRPr>
            </a:pPr>
            <a:r>
              <a:t>• 快適なグリップ設計により長時間の使用でも疲れにくい。</a:t>
            </a:r>
          </a:p>
          <a:p>
            <a:pPr>
              <a:spcAft>
                <a:spcPts val="1200"/>
              </a:spcAft>
              <a:defRPr sz="2000">
                <a:solidFill>
                  <a:srgbClr val="505050"/>
                </a:solidFill>
                <a:latin typeface="Segoe UI"/>
              </a:defRPr>
            </a:pPr>
            <a:r>
              <a:t>• カスタマイズ可能なボタンを複数搭載。</a:t>
            </a:r>
          </a:p>
          <a:p>
            <a:pPr>
              <a:spcAft>
                <a:spcPts val="1200"/>
              </a:spcAft>
              <a:defRPr sz="2000">
                <a:solidFill>
                  <a:srgbClr val="505050"/>
                </a:solidFill>
                <a:latin typeface="Segoe UI"/>
              </a:defRPr>
            </a:pPr>
            <a:r>
              <a:t>• ハードウェアカテゴリに属する高性能ゲーミング機器。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Pricing Breakdown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製品単価: 7,500円 (税込前)</a:t>
            </a:r>
          </a:p>
          <a:p>
            <a:pPr>
              <a:spcAft>
                <a:spcPts val="1200"/>
              </a:spcAft>
              <a:defRPr sz="2000">
                <a:solidFill>
                  <a:srgbClr val="505050"/>
                </a:solidFill>
                <a:latin typeface="Segoe UI"/>
              </a:defRPr>
            </a:pPr>
            <a:r>
              <a:t>• 消費税(10%): 750円</a:t>
            </a:r>
          </a:p>
          <a:p>
            <a:pPr>
              <a:spcAft>
                <a:spcPts val="1200"/>
              </a:spcAft>
              <a:defRPr sz="2000">
                <a:solidFill>
                  <a:srgbClr val="505050"/>
                </a:solidFill>
                <a:latin typeface="Segoe UI"/>
              </a:defRPr>
            </a:pPr>
            <a:r>
              <a:t>• 合計金額: 8,250円（税込）</a:t>
            </a:r>
          </a:p>
          <a:p>
            <a:pPr>
              <a:spcAft>
                <a:spcPts val="1200"/>
              </a:spcAft>
              <a:defRPr sz="2000">
                <a:solidFill>
                  <a:srgbClr val="505050"/>
                </a:solidFill>
                <a:latin typeface="Segoe UI"/>
              </a:defRPr>
            </a:pPr>
            <a:r>
              <a:t>• コストパフォーマンスに優れた高性能ゲーミングマウス。</a:t>
            </a:r>
          </a:p>
          <a:p>
            <a:pPr>
              <a:spcAft>
                <a:spcPts val="1200"/>
              </a:spcAft>
              <a:defRPr sz="2000">
                <a:solidFill>
                  <a:srgbClr val="505050"/>
                </a:solidFill>
                <a:latin typeface="Segoe UI"/>
              </a:defRPr>
            </a:pPr>
            <a:r>
              <a:t>• 見積有効期限は2024年7月27日まで。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Warranty &amp; Support</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製品仕様は予告なく変更される場合があります。</a:t>
            </a:r>
          </a:p>
          <a:p>
            <a:pPr>
              <a:spcAft>
                <a:spcPts val="1200"/>
              </a:spcAft>
              <a:defRPr sz="2000">
                <a:solidFill>
                  <a:srgbClr val="505050"/>
                </a:solidFill>
                <a:latin typeface="Segoe UI"/>
              </a:defRPr>
            </a:pPr>
            <a:r>
              <a:t>• 納品後の返品は原則としてお受けできません。</a:t>
            </a:r>
          </a:p>
          <a:p>
            <a:pPr>
              <a:spcAft>
                <a:spcPts val="1200"/>
              </a:spcAft>
              <a:defRPr sz="2000">
                <a:solidFill>
                  <a:srgbClr val="505050"/>
                </a:solidFill>
                <a:latin typeface="Segoe UI"/>
              </a:defRPr>
            </a:pPr>
            <a:r>
              <a:t>• 注文確定後、3営業日以内に発送。</a:t>
            </a:r>
          </a:p>
          <a:p>
            <a:pPr>
              <a:spcAft>
                <a:spcPts val="1200"/>
              </a:spcAft>
              <a:defRPr sz="2000">
                <a:solidFill>
                  <a:srgbClr val="505050"/>
                </a:solidFill>
                <a:latin typeface="Segoe UI"/>
              </a:defRPr>
            </a:pPr>
            <a:r>
              <a:t>• 配送状況は追跡番号でご確認可能。</a:t>
            </a:r>
          </a:p>
          <a:p>
            <a:pPr>
              <a:spcAft>
                <a:spcPts val="1200"/>
              </a:spcAft>
              <a:defRPr sz="2000">
                <a:solidFill>
                  <a:srgbClr val="505050"/>
                </a:solidFill>
                <a:latin typeface="Segoe UI"/>
              </a:defRPr>
            </a:pPr>
            <a:r>
              <a:t>• ご注文確定後、請求書を発行いたします。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Product Comparison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3つのバリエーションで仕様は同一、価格も同様。</a:t>
            </a:r>
          </a:p>
          <a:p>
            <a:pPr>
              <a:spcAft>
                <a:spcPts val="1200"/>
              </a:spcAft>
              <a:defRPr sz="2000">
                <a:solidFill>
                  <a:srgbClr val="505050"/>
                </a:solidFill>
                <a:latin typeface="Segoe UI"/>
              </a:defRPr>
            </a:pPr>
            <a:r>
              <a:t>• 全て高精度センサー搭載の高性能ゲーミングマウス。</a:t>
            </a:r>
          </a:p>
          <a:p>
            <a:pPr>
              <a:spcAft>
                <a:spcPts val="1200"/>
              </a:spcAft>
              <a:defRPr sz="2000">
                <a:solidFill>
                  <a:srgbClr val="505050"/>
                </a:solidFill>
                <a:latin typeface="Segoe UI"/>
              </a:defRPr>
            </a:pPr>
            <a:r>
              <a:t>• 快適なグリップとカスタマイズ可能なボタンを装備。</a:t>
            </a:r>
          </a:p>
          <a:p>
            <a:pPr>
              <a:spcAft>
                <a:spcPts val="1200"/>
              </a:spcAft>
              <a:defRPr sz="2000">
                <a:solidFill>
                  <a:srgbClr val="505050"/>
                </a:solidFill>
                <a:latin typeface="Segoe UI"/>
              </a:defRPr>
            </a:pPr>
            <a:r>
              <a:t>• 用途や好みに応じて名称を選択可能。</a:t>
            </a:r>
          </a:p>
          <a:p>
            <a:pPr>
              <a:spcAft>
                <a:spcPts val="1200"/>
              </a:spcAft>
              <a:defRPr sz="2000">
                <a:solidFill>
                  <a:srgbClr val="505050"/>
                </a:solidFill>
                <a:latin typeface="Segoe UI"/>
              </a:defRPr>
            </a:pPr>
            <a:r>
              <a:t>• コストパフォーマンスに優れた製品群です。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Delivery Timeline</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注文確定後、3営業日以内に発送いたします。</a:t>
            </a:r>
          </a:p>
          <a:p>
            <a:pPr>
              <a:spcAft>
                <a:spcPts val="1200"/>
              </a:spcAft>
              <a:defRPr sz="2000">
                <a:solidFill>
                  <a:srgbClr val="505050"/>
                </a:solidFill>
                <a:latin typeface="Segoe UI"/>
              </a:defRPr>
            </a:pPr>
            <a:r>
              <a:t>• 配送状況は追跡番号にてリアルタイムで確認可能。</a:t>
            </a:r>
          </a:p>
          <a:p>
            <a:pPr>
              <a:spcAft>
                <a:spcPts val="1200"/>
              </a:spcAft>
              <a:defRPr sz="2000">
                <a:solidFill>
                  <a:srgbClr val="505050"/>
                </a:solidFill>
                <a:latin typeface="Segoe UI"/>
              </a:defRPr>
            </a:pPr>
            <a:r>
              <a:t>• 迅速な対応でお客様のゲーム体験をすぐにサポート。</a:t>
            </a:r>
          </a:p>
          <a:p>
            <a:pPr>
              <a:spcAft>
                <a:spcPts val="1200"/>
              </a:spcAft>
              <a:defRPr sz="2000">
                <a:solidFill>
                  <a:srgbClr val="505050"/>
                </a:solidFill>
                <a:latin typeface="Segoe UI"/>
              </a:defRPr>
            </a:pPr>
            <a:r>
              <a:t>• 見積書の有効期限は発行日より30日間です。</a:t>
            </a:r>
          </a:p>
          <a:p>
            <a:pPr>
              <a:spcAft>
                <a:spcPts val="1200"/>
              </a:spcAft>
              <a:defRPr sz="2000">
                <a:solidFill>
                  <a:srgbClr val="505050"/>
                </a:solidFill>
                <a:latin typeface="Segoe UI"/>
              </a:defRPr>
            </a:pPr>
            <a:r>
              <a:t>• ご注文はお早めにご検討ください。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Call to Action</a:t>
            </a:r>
          </a:p>
        </p:txBody>
      </p:sp>
      <p:sp>
        <p:nvSpPr>
          <p:cNvPr id="3" name="Rectangle 2"/>
          <p:cNvSpPr/>
          <p:nvPr/>
        </p:nvSpPr>
        <p:spPr>
          <a:xfrm>
            <a:off x="457200" y="1371600"/>
            <a:ext cx="91440" cy="3657600"/>
          </a:xfrm>
          <a:prstGeom prst="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7315200" cy="4572000"/>
          </a:xfrm>
          <a:prstGeom prst="rect">
            <a:avLst/>
          </a:prstGeom>
          <a:noFill/>
        </p:spPr>
        <p:txBody>
          <a:bodyPr wrap="square">
            <a:spAutoFit/>
          </a:bodyPr>
          <a:lstStyle/>
          <a:p>
            <a:pPr>
              <a:spcAft>
                <a:spcPts val="1200"/>
              </a:spcAft>
              <a:defRPr sz="2000">
                <a:solidFill>
                  <a:srgbClr val="505050"/>
                </a:solidFill>
                <a:latin typeface="Segoe UI"/>
              </a:defRPr>
            </a:pPr>
            <a:r>
              <a:t>• 見積内容をご確認の上、ご注文の意思をお知らせください。</a:t>
            </a:r>
          </a:p>
          <a:p>
            <a:pPr>
              <a:spcAft>
                <a:spcPts val="1200"/>
              </a:spcAft>
              <a:defRPr sz="2000">
                <a:solidFill>
                  <a:srgbClr val="505050"/>
                </a:solidFill>
                <a:latin typeface="Segoe UI"/>
              </a:defRPr>
            </a:pPr>
            <a:r>
              <a:t>• ご注文確定後、請求書を速やかに発行いたします。</a:t>
            </a:r>
          </a:p>
          <a:p>
            <a:pPr>
              <a:spcAft>
                <a:spcPts val="1200"/>
              </a:spcAft>
              <a:defRPr sz="2000">
                <a:solidFill>
                  <a:srgbClr val="505050"/>
                </a:solidFill>
                <a:latin typeface="Segoe UI"/>
              </a:defRPr>
            </a:pPr>
            <a:r>
              <a:t>• 最高のゲーム体験を実現するための第一歩です。</a:t>
            </a:r>
          </a:p>
          <a:p>
            <a:pPr>
              <a:spcAft>
                <a:spcPts val="1200"/>
              </a:spcAft>
              <a:defRPr sz="2000">
                <a:solidFill>
                  <a:srgbClr val="505050"/>
                </a:solidFill>
                <a:latin typeface="Segoe UI"/>
              </a:defRPr>
            </a:pPr>
            <a:r>
              <a:t>• ご不明点やご相談はお気軽にお問い合わせください。</a:t>
            </a:r>
          </a:p>
          <a:p>
            <a:pPr>
              <a:spcAft>
                <a:spcPts val="1200"/>
              </a:spcAft>
              <a:defRPr sz="2000">
                <a:solidFill>
                  <a:srgbClr val="505050"/>
                </a:solidFill>
                <a:latin typeface="Segoe UI"/>
              </a:defRPr>
            </a:pPr>
            <a:r>
              <a:t>• 今すぐご注文いただき、ゲームプレイを向上させましょう！</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914400"/>
          </a:xfrm>
          <a:prstGeom prst="rect">
            <a:avLst/>
          </a:prstGeom>
          <a:noFill/>
        </p:spPr>
        <p:txBody>
          <a:bodyPr wrap="none">
            <a:spAutoFit/>
          </a:bodyPr>
          <a:lstStyle/>
          <a:p>
            <a:pPr>
              <a:defRPr sz="3200" b="1">
                <a:solidFill>
                  <a:srgbClr val="2C3E50"/>
                </a:solidFill>
                <a:latin typeface="Segoe UI Semibold"/>
              </a:defRPr>
            </a:pPr>
            <a:r>
              <a:t>Product Comparison</a:t>
            </a:r>
          </a:p>
        </p:txBody>
      </p:sp>
      <p:graphicFrame>
        <p:nvGraphicFramePr>
          <p:cNvPr id="3" name="Table 2"/>
          <p:cNvGraphicFramePr>
            <a:graphicFrameLocks noGrp="1"/>
          </p:cNvGraphicFramePr>
          <p:nvPr/>
        </p:nvGraphicFramePr>
        <p:xfrm>
          <a:off x="457200" y="1371600"/>
          <a:ext cx="8229600" cy="45720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1143000">
                <a:tc>
                  <a:txBody>
                    <a:bodyPr/>
                    <a:lstStyle/>
                    <a:p>
                      <a:pPr>
                        <a:defRPr b="1" sz="1400"/>
                      </a:pPr>
                      <a:r>
                        <a:t>Product Name</a:t>
                      </a:r>
                    </a:p>
                  </a:txBody>
                  <a:tcPr/>
                </a:tc>
                <a:tc>
                  <a:txBody>
                    <a:bodyPr/>
                    <a:lstStyle/>
                    <a:p>
                      <a:pPr>
                        <a:defRPr b="1" sz="1400"/>
                      </a:pPr>
                      <a:r>
                        <a:t>Price (JPY)</a:t>
                      </a:r>
                    </a:p>
                  </a:txBody>
                  <a:tcPr/>
                </a:tc>
                <a:tc>
                  <a:txBody>
                    <a:bodyPr/>
                    <a:lstStyle/>
                    <a:p>
                      <a:pPr>
                        <a:defRPr b="1" sz="1400"/>
                      </a:pPr>
                      <a:r>
                        <a:t>CPU</a:t>
                      </a:r>
                    </a:p>
                  </a:txBody>
                  <a:tcPr/>
                </a:tc>
                <a:tc>
                  <a:txBody>
                    <a:bodyPr/>
                    <a:lstStyle/>
                    <a:p>
                      <a:pPr>
                        <a:defRPr b="1" sz="1400"/>
                      </a:pPr>
                      <a:r>
                        <a:t>RAM</a:t>
                      </a:r>
                    </a:p>
                  </a:txBody>
                  <a:tcPr/>
                </a:tc>
                <a:tc>
                  <a:txBody>
                    <a:bodyPr/>
                    <a:lstStyle/>
                    <a:p>
                      <a:pPr>
                        <a:defRPr b="1" sz="1400"/>
                      </a:pPr>
                      <a:r>
                        <a:t>Storage</a:t>
                      </a:r>
                    </a:p>
                  </a:txBody>
                  <a:tcPr/>
                </a:tc>
                <a:tc>
                  <a:txBody>
                    <a:bodyPr/>
                    <a:lstStyle/>
                    <a:p>
                      <a:pPr>
                        <a:defRPr b="1" sz="1400"/>
                      </a:pPr>
                      <a:r>
                        <a:t>Warranty</a:t>
                      </a:r>
                    </a:p>
                  </a:txBody>
                  <a:tcPr/>
                </a:tc>
                <a:tc>
                  <a:txBody>
                    <a:bodyPr/>
                    <a:lstStyle/>
                    <a:p>
                      <a:pPr>
                        <a:defRPr b="1" sz="1400"/>
                      </a:pPr>
                      <a:r>
                        <a:t>Support</a:t>
                      </a:r>
                    </a:p>
                  </a:txBody>
                  <a:tcPr/>
                </a:tc>
              </a:tr>
              <a:tr h="1143000">
                <a:tc>
                  <a:txBody>
                    <a:bodyPr/>
                    <a:lstStyle/>
                    <a:p>
                      <a:pPr>
                        <a:defRPr sz="1200"/>
                      </a:pPr>
                      <a:r>
                        <a:t>Product Name Variant 1</a:t>
                      </a:r>
                    </a:p>
                  </a:txBody>
                  <a:tcPr/>
                </a:tc>
                <a:tc>
                  <a:txBody>
                    <a:bodyPr/>
                    <a:lstStyle/>
                    <a:p>
                      <a:pPr>
                        <a:defRPr sz="1200"/>
                      </a:pPr>
                      <a:r>
                        <a:t>7,500</a:t>
                      </a:r>
                    </a:p>
                  </a:txBody>
                  <a:tcPr/>
                </a:tc>
                <a:tc>
                  <a:txBody>
                    <a:bodyPr/>
                    <a:lstStyle/>
                    <a:p>
                      <a:pPr>
                        <a:defRPr sz="1200"/>
                      </a:pPr>
                      <a:r>
                        <a:t>N/A</a:t>
                      </a:r>
                    </a:p>
                  </a:txBody>
                  <a:tcPr/>
                </a:tc>
                <a:tc>
                  <a:txBody>
                    <a:bodyPr/>
                    <a:lstStyle/>
                    <a:p>
                      <a:pPr>
                        <a:defRPr sz="1200"/>
                      </a:pPr>
                      <a:r>
                        <a:t>N/A</a:t>
                      </a:r>
                    </a:p>
                  </a:txBody>
                  <a:tcPr/>
                </a:tc>
                <a:tc>
                  <a:txBody>
                    <a:bodyPr/>
                    <a:lstStyle/>
                    <a:p>
                      <a:pPr>
                        <a:defRPr sz="1200"/>
                      </a:pPr>
                      <a:r>
                        <a:t>N/A</a:t>
                      </a:r>
                    </a:p>
                  </a:txBody>
                  <a:tcPr/>
                </a:tc>
                <a:tc>
                  <a:txBody>
                    <a:bodyPr/>
                    <a:lstStyle/>
                    <a:p>
                      <a:pPr>
                        <a:defRPr sz="1200"/>
                      </a:pPr>
                      <a:r>
                        <a:t>仕様変更の可能性あり。返品不可。</a:t>
                      </a:r>
                    </a:p>
                  </a:txBody>
                  <a:tcPr/>
                </a:tc>
                <a:tc>
                  <a:txBody>
                    <a:bodyPr/>
                    <a:lstStyle/>
                    <a:p>
                      <a:pPr>
                        <a:defRPr sz="1200"/>
                      </a:pPr>
                      <a:r>
                        <a:t>注文確定後3営業日以内発送、追跡可能</a:t>
                      </a:r>
                    </a:p>
                  </a:txBody>
                  <a:tcPr/>
                </a:tc>
              </a:tr>
              <a:tr h="1143000">
                <a:tc>
                  <a:txBody>
                    <a:bodyPr/>
                    <a:lstStyle/>
                    <a:p>
                      <a:pPr>
                        <a:defRPr sz="1200"/>
                      </a:pPr>
                      <a:r>
                        <a:t>Product Name Variant 2</a:t>
                      </a:r>
                    </a:p>
                  </a:txBody>
                  <a:tcPr/>
                </a:tc>
                <a:tc>
                  <a:txBody>
                    <a:bodyPr/>
                    <a:lstStyle/>
                    <a:p>
                      <a:pPr>
                        <a:defRPr sz="1200"/>
                      </a:pPr>
                      <a:r>
                        <a:t>7,500</a:t>
                      </a:r>
                    </a:p>
                  </a:txBody>
                  <a:tcPr/>
                </a:tc>
                <a:tc>
                  <a:txBody>
                    <a:bodyPr/>
                    <a:lstStyle/>
                    <a:p>
                      <a:pPr>
                        <a:defRPr sz="1200"/>
                      </a:pPr>
                      <a:r>
                        <a:t>N/A</a:t>
                      </a:r>
                    </a:p>
                  </a:txBody>
                  <a:tcPr/>
                </a:tc>
                <a:tc>
                  <a:txBody>
                    <a:bodyPr/>
                    <a:lstStyle/>
                    <a:p>
                      <a:pPr>
                        <a:defRPr sz="1200"/>
                      </a:pPr>
                      <a:r>
                        <a:t>N/A</a:t>
                      </a:r>
                    </a:p>
                  </a:txBody>
                  <a:tcPr/>
                </a:tc>
                <a:tc>
                  <a:txBody>
                    <a:bodyPr/>
                    <a:lstStyle/>
                    <a:p>
                      <a:pPr>
                        <a:defRPr sz="1200"/>
                      </a:pPr>
                      <a:r>
                        <a:t>N/A</a:t>
                      </a:r>
                    </a:p>
                  </a:txBody>
                  <a:tcPr/>
                </a:tc>
                <a:tc>
                  <a:txBody>
                    <a:bodyPr/>
                    <a:lstStyle/>
                    <a:p>
                      <a:pPr>
                        <a:defRPr sz="1200"/>
                      </a:pPr>
                      <a:r>
                        <a:t>仕様変更の可能性あり。返品不可。</a:t>
                      </a:r>
                    </a:p>
                  </a:txBody>
                  <a:tcPr/>
                </a:tc>
                <a:tc>
                  <a:txBody>
                    <a:bodyPr/>
                    <a:lstStyle/>
                    <a:p>
                      <a:pPr>
                        <a:defRPr sz="1200"/>
                      </a:pPr>
                      <a:r>
                        <a:t>注文確定後3営業日以内発送、追跡可能</a:t>
                      </a:r>
                    </a:p>
                  </a:txBody>
                  <a:tcPr/>
                </a:tc>
              </a:tr>
              <a:tr h="1143000">
                <a:tc>
                  <a:txBody>
                    <a:bodyPr/>
                    <a:lstStyle/>
                    <a:p>
                      <a:pPr>
                        <a:defRPr sz="1200"/>
                      </a:pPr>
                      <a:r>
                        <a:t>Product Name Variant 3</a:t>
                      </a:r>
                    </a:p>
                  </a:txBody>
                  <a:tcPr/>
                </a:tc>
                <a:tc>
                  <a:txBody>
                    <a:bodyPr/>
                    <a:lstStyle/>
                    <a:p>
                      <a:pPr>
                        <a:defRPr sz="1200"/>
                      </a:pPr>
                      <a:r>
                        <a:t>7,500</a:t>
                      </a:r>
                    </a:p>
                  </a:txBody>
                  <a:tcPr/>
                </a:tc>
                <a:tc>
                  <a:txBody>
                    <a:bodyPr/>
                    <a:lstStyle/>
                    <a:p>
                      <a:pPr>
                        <a:defRPr sz="1200"/>
                      </a:pPr>
                      <a:r>
                        <a:t>N/A</a:t>
                      </a:r>
                    </a:p>
                  </a:txBody>
                  <a:tcPr/>
                </a:tc>
                <a:tc>
                  <a:txBody>
                    <a:bodyPr/>
                    <a:lstStyle/>
                    <a:p>
                      <a:pPr>
                        <a:defRPr sz="1200"/>
                      </a:pPr>
                      <a:r>
                        <a:t>N/A</a:t>
                      </a:r>
                    </a:p>
                  </a:txBody>
                  <a:tcPr/>
                </a:tc>
                <a:tc>
                  <a:txBody>
                    <a:bodyPr/>
                    <a:lstStyle/>
                    <a:p>
                      <a:pPr>
                        <a:defRPr sz="1200"/>
                      </a:pPr>
                      <a:r>
                        <a:t>N/A</a:t>
                      </a:r>
                    </a:p>
                  </a:txBody>
                  <a:tcPr/>
                </a:tc>
                <a:tc>
                  <a:txBody>
                    <a:bodyPr/>
                    <a:lstStyle/>
                    <a:p>
                      <a:pPr>
                        <a:defRPr sz="1200"/>
                      </a:pPr>
                      <a:r>
                        <a:t>仕様変更の可能性あり。返品不可。</a:t>
                      </a:r>
                    </a:p>
                  </a:txBody>
                  <a:tcPr/>
                </a:tc>
                <a:tc>
                  <a:txBody>
                    <a:bodyPr/>
                    <a:lstStyle/>
                    <a:p>
                      <a:pPr>
                        <a:defRPr sz="1200"/>
                      </a:pPr>
                      <a:r>
                        <a:t>注文確定後3営業日以内発送、追跡可能</a:t>
                      </a:r>
                    </a:p>
                  </a:txBody>
                  <a:tcPr/>
                </a:tc>
              </a:tr>
            </a:tbl>
          </a:graphicData>
        </a:graphic>
      </p:graphicFrame>
    </p:spTree>
  </p:cSld>
  <p:clrMapOvr>
    <a:masterClrMapping/>
  </p:clrMapOvr>
</p:sld>
</file>

<file path=ppt/theme/theme1.xml><?xml version="1.0" encoding="utf-8"?>
<a:theme xmlns:a="http://schemas.openxmlformats.org/drawingml/2006/main" name="Watercolor Theme">
  <a:themeElements>
    <a:clrScheme name="Watercolor Wedding">
      <a:dk1>
        <a:srgbClr val="818B8A"/>
      </a:dk1>
      <a:lt1>
        <a:srgbClr val="FFFFFF"/>
      </a:lt1>
      <a:dk2>
        <a:srgbClr val="17A1AB"/>
      </a:dk2>
      <a:lt2>
        <a:srgbClr val="D6D5D5"/>
      </a:lt2>
      <a:accent1>
        <a:srgbClr val="0C4A80"/>
      </a:accent1>
      <a:accent2>
        <a:srgbClr val="0D6397"/>
      </a:accent2>
      <a:accent3>
        <a:srgbClr val="1E83A9"/>
      </a:accent3>
      <a:accent4>
        <a:srgbClr val="478FB1"/>
      </a:accent4>
      <a:accent5>
        <a:srgbClr val="8CB8D1"/>
      </a:accent5>
      <a:accent6>
        <a:srgbClr val="C9E6F1"/>
      </a:accent6>
      <a:hlink>
        <a:srgbClr val="0000FF"/>
      </a:hlink>
      <a:folHlink>
        <a:srgbClr val="FF00FF"/>
      </a:folHlink>
    </a:clrScheme>
    <a:fontScheme name="_Water color Wash 2">
      <a:majorFont>
        <a:latin typeface="Franklin Gothic Medium Cond"/>
        <a:ea typeface="Gill Sans"/>
        <a:cs typeface="Gill Sans"/>
      </a:majorFont>
      <a:minorFont>
        <a:latin typeface="Franklin Gothic Book"/>
        <a:ea typeface="Gill Sans"/>
        <a:cs typeface="Gill Sans"/>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25400" cap="flat">
          <a:solidFill>
            <a:srgbClr val="000000"/>
          </a:solidFill>
          <a:prstDash val="solid"/>
          <a:miter lim="400000"/>
        </a:ln>
        <a:effectLst/>
        <a:sp3d/>
      </a:spPr>
      <a:bodyPr rot="0" spcFirstLastPara="1" vertOverflow="overflow" horzOverflow="overflow" vert="horz" wrap="square" lIns="38100" tIns="38100" rIns="38100" bIns="38100"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mn-lt"/>
            <a:ea typeface="+mn-ea"/>
            <a:cs typeface="+mn-c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381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n-lt"/>
            <a:ea typeface="+mn-ea"/>
            <a:cs typeface="+mn-c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tf56550644_win32_fixed" id="{627B62D5-4D79-4A6D-99BA-54E059AD6215}" vid="{B374CE13-22A3-412A-9793-F013EE1726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3A40627-4075-46BD-A9BE-DC3C2A67087C}">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F02D24AA-DCC5-4B9B-81ED-FE092F6A34C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499F06F-110D-421D-8209-69F6D19CE9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Watercolor wash wedding signs</Template>
  <TotalTime>0</TotalTime>
  <Words>0</Words>
  <Application>Microsoft Office PowerPoint</Application>
  <PresentationFormat>Letter Paper (8.5x11 in)</PresentationFormat>
  <Paragraphs>0</Paragraphs>
  <Slides>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0</vt:i4>
      </vt:variant>
    </vt:vector>
  </HeadingPairs>
  <TitlesOfParts>
    <vt:vector size="6" baseType="lpstr">
      <vt:lpstr>Arial</vt:lpstr>
      <vt:lpstr>Calibri</vt:lpstr>
      <vt:lpstr>Franklin Gothic Book</vt:lpstr>
      <vt:lpstr>Franklin Gothic Demi</vt:lpstr>
      <vt:lpstr>Franklin Gothic Medium Cond</vt:lpstr>
      <vt:lpstr>Watercolor Theme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Bhavesh Goyal</dc:creator>
  <cp:lastModifiedBy>Bhavesh Goyal</cp:lastModifiedBy>
  <cp:revision>6</cp:revision>
  <dcterms:created xsi:type="dcterms:W3CDTF">2025-06-04T07:57:48Z</dcterms:created>
  <dcterms:modified xsi:type="dcterms:W3CDTF">2025-06-04T08:23:40Z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