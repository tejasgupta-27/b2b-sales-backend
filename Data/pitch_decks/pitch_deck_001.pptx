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6400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C3E50"/>
                </a:solidFill>
                <a:latin typeface="Segoe UI Semibold"/>
              </a:defRPr>
            </a:pPr>
            <a:r>
              <a:t>Sales Pitch Deck</a:t>
            </a:r>
          </a:p>
          <a:p>
            <a:pPr algn="ctr">
              <a:defRPr sz="2400">
                <a:solidFill>
                  <a:srgbClr val="3498DB"/>
                </a:solidFill>
                <a:latin typeface="Segoe UI"/>
              </a:defRPr>
            </a:pPr>
            <a:r>
              <a:t>Generated from Quotation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Customer Need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Otsuka Corporation requires a robust NAS server solution for backing up 16 TB of video data.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High transfer speeds are essential to handle large video files efficiently.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Reliable data redundancy is critical to ensure data integrity and availability.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The solution must support scalability for future storage growth.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Efficient video backup management is needed in their IT services environment.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Our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A comprehensive NAS Video Backup Solution tailored for Otsuka Corporation's needs.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Includes an 8-bay Synology DiskStation DS1821+ with AMD Ryzen processor for powerful performance.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Three Seagate IronWolf Pro 16 TB NAS drives configured for RAID 5 for data redundancy and speed.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High-speed 10 GbE networking enabled by Intel X550-T2 NIC and Netgear ProSAFE XS708E switch.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Cat6a Ethernet cables ensure optimal network performance and reliable data transfer.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Product Overview (Specifications)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Synology DiskStation DS1821+: 8-bay NAS chassis with AMD Ryzen processor.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Supports up to 32 GB RAM for enhanced multitasking and performance.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RAID configurations and SSD caching available for data redundancy and speed.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Seagate IronWolf Pro 16 TB NAS Drives: NAS-optimized with AgileArray technology.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Intel X550-T2 Dual Port 10 GbE NIC and Netgear XS708E 8-Port 10 GbE Switch for fast networking.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Pricing Breakdown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Synology DiskStation DS1821+: $1,000.00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Three Seagate IronWolf Pro 16 TB Drives: $1,320.00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Intel X550-T2 Dual Port 10 GbE NIC: $250.00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Netgear ProSAFE XS708E 8-Port 10 GbE Switch: $700.00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Cat6a Ethernet Cables (4 packs): $100.00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Subtotal: $3,370.00 | Tax (8%): $269.60 | Total: $3,639.60 USD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Warranty &amp;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Hardware warranty is provided according to manufacturer terms.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Installation and configuration services available at additional cost.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Otsuka Corporation responsible for network compatibility and infrastructure readiness.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Support includes setup of RAID 5 for data redundancy and performance optimization.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Training sessions for IT staff on NAS management and backup procedures can be arranged.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Product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Three variants of the Synology DiskStation DS1821+ tailored for different needs.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All variants include AMD Ryzen processor and support up to 32 GB RAM.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Each variant supports RAID configurations and SSD caching for video backup reliability.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Pricing varies slightly to reflect potential customization options.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All options ensure high-speed 10 GbE connectivity and scalable storage.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Delivery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Quote valid until July 31, 2024.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Installation and configuration to be scheduled upon quote approval.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Delivery timeline depends on procurement and network infrastructure readiness.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Upgrades to NAS RAM to be assessed and implemented as needed.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Backup and restore testing to ensure data integrity post-installation.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Call to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Review and approve the quotation to initiate procurement.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Confirm budget and timeline to align with project goals.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Schedule installation and configuration with our technical team.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Provide network infrastructure details for compatibility assessment.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Plan training sessions to empower your IT staff on the new system.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Product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1143000"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Product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Warranty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Support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Product Name Variant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$1,000.00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AMD Ryzen processor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Up to 32 GB 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8-bay chassis supporting 3 x 16 TB Seagate IronWolf Pro drives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Manufacturer warranty applies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Installation and configuration services available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Product Name Variant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$1,000.00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AMD Ryzen processor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Up to 32 GB 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8-bay chassis supporting 3 x 16 TB Seagate IronWolf Pro drives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Manufacturer warranty applies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Installation and configuration services available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Product Name Variant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$1,000.00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AMD Ryzen processor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Up to 32 GB 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8-bay chassis supporting 3 x 16 TB Seagate IronWolf Pro drives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Manufacturer warranty applies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Installation and configuration services available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