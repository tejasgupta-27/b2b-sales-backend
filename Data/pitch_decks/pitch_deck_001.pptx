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C3E50"/>
                </a:solidFill>
                <a:latin typeface="Segoe UI Semibold"/>
              </a:defRPr>
            </a:pPr>
            <a:r>
              <a:t>Sales Pitch Deck</a:t>
            </a:r>
          </a:p>
          <a:p>
            <a:pPr algn="ctr">
              <a:defRPr sz="2400">
                <a:solidFill>
                  <a:srgbClr val="3498DB"/>
                </a:solidFill>
                <a:latin typeface="Segoe UI"/>
              </a:defRPr>
            </a:pPr>
            <a:r>
              <a:t>Generated from Quotation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Customer Need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Otsuka Corporation requires a reliable NAS server solution to support video backup operations.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Supports an IT environment with 200 employees requiring efficient data storage and protection.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Needs a storage capacity of 16TB configured in RAID 6 for data redundancy and security.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Requires a transfer speed of 2.5 Gbps to ensure efficient handling of large video files.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Solution must be scalable, secure, and optimized for video backup infrastructure.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Our Solution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 tailored NAS server solution designed specifically for video backup needs.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Includes high-performance NAS device with built-in 2.5 Gigabit Ethernet ports.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Configured RAID 6 setup for enhanced data protection and fault tolerance.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Comprehensive setup and configuration service to optimize network and backup environment.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Reliable UPS system included to maintain data integrity during power disruptions.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Overview (Specifications)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NAS Device: Asustor AS5304T with quad-core processor and 4GB RAM (expandable).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Storage: Four Seagate IronWolf 4TB NAS hard drives totaling 16TB, RAID 6 configured.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Network: Built-in 2.5 Gigabit Ethernet ports for high-speed data transfer.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Backup Protection: APC Back-UPS Pro 1500VA for power backup and surge protection.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Service: Professional NAS setup, RAID configuration, and network optimization.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Pricing Breakdown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Asustor AS5304T NAS Device: $450.00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Seagate IronWolf 4TB NAS Hard Drives (4 units): $440.00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APC Back-UPS Pro 1500VA UPS: $220.00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NAS Setup and Configuration Service: $300.00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Subtotal: $1,410.00 | Tax (8%): $112.80 | Total: $1,522.80 USD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Warranty &amp; Support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Hardware warranty provided by respective manufacturers for all devices.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Installation and configuration services guaranteed for 30 days post-completion.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Technical support available for setup and network optimization.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Power backup ensures data integrity during outages and fluctuations.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Additional hardware or software needs can be quoted separately.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Compare three variants of our NAS solution tailored for video backup.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All variants offer identical high performance and reliability.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Choose based on preferred product naming or internal cataloging.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Consistent pricing and specifications ensure uniform quality.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Helps in decision making with clear and transparent comparison.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Delivery Timeline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Coordinate delivery of NAS device and hard drives to Otsuka Corporation IT department.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Schedule installation and configuration service within 2 weeks of order confirmation.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Ensure network infrastructure supports 2.5 Gbps transfer speeds before setup.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Perform RAID 6 configuration and verify data redundancy and backup functionality.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Timely delivery ensures minimal disruption to video backup operations.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Call to 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371600"/>
            <a:ext cx="91440" cy="36576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315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Review and approve the quotation to proceed with the order.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Confirm delivery address and provide accurate contact details.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Schedule installation date with our technical team at your convenience.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Communicate any additional requirements or questions to our sales representative.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Secure your reliable NAS server solution tailored for your video backup needs.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C3E50"/>
                </a:solidFill>
                <a:latin typeface="Segoe UI Semibold"/>
              </a:defRPr>
            </a:pPr>
            <a:r>
              <a:t>Product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11430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Product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Support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$450.00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Quad-core processor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4GB RAM (expandable)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16TB (4x4TB) RAID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Manufacturer hardware 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 days installation &amp; configuration service guarantee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$450.00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Quad-core processor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4GB RAM (expandable)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16TB (4x4TB) RAID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Manufacturer hardware 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 days installation &amp; configuration service guarantee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Product Name Variant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$450.00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Quad-core processor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4GB RAM (expandable)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16TB (4x4TB) RAID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Manufacturer hardware 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30 days installation &amp; configuration service guarantee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