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Seeking reliable and cost-effective DDR4 laptop memory modules.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Requires 16GB total capacity (8GBx2) for programming and light video editing.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Prioritizes stability and performance for smooth multitasking.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Budget range between 7,000 and 10,000 JPY.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Prefers trusted brands with good cost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Requests a quick quote within 1-2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Offering high-quality DDR4 16GB (8GBx2) laptop memory kits.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Products selected for optimal balance of speed, stability, and cost efficiency.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Trusted brands like Crucial and Kingston included to meet reliability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Competitive pricing within the customer's budget range.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Fast quotation and delivery process to meet customer timeline.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Support available for installation and compatibility confirmation.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 (Specifications)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Crucial 16GB Kit: DDR4, 3200MHz, 8GBx2 modules.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Kingston 16GB Kit: DDR4, 2666MHz, 8GBx2 modules.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Both kits designed for programming and multimedia tasks.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Stable performance optimized for laptops.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Standard manufacturer warranty applies.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Compatible with most modern laptop models (confirm compatibility).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Crucial 16GB Kit priced at 4,800 JPY.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Kingston 16GB Kit priced at 5,200 JPY.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Subtotal for selected products: 10,000 JPY.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Tax (8%) adds 800 JPY, total amounting to 10,800 JPY.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Competitive pricing ensures excellent value within budget.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Prices valid for 30 days from quote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Standard manufacturer warranty included with all products.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Returns accepted within 14 days if unopened and in original packaging.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Payment terms: 30 days net from invoice date.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Delivery estimated within 5 business days after order confirmation.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can be done by customer or professional technician.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BIOS update recommended to ensure optimal performance.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Compare three variants of DDR4 16GB (8GBx2) laptop memory kits.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offer stable performance and cost-effective solutions.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Differences in speed and brand reliability to suit preferences.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Each variant priced competitively within budget range.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Helps select the best fit for programming and multimedia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Detailed specs and pricing available for informed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Order confirmation triggers delivery process.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Estimated delivery within 5 business days.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Quick processing to meet customer's urgent requirements.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Shipping details confirmed upon order placement.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support available upon request.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Ensures minimal downtime and fast upgrade.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Review the proposed memory options and select your preferred product.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Confirm order details and provide shipping information.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Process payment to initiate order fulfillment.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Schedule delivery and installation as needed.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Contact us for any questions or compatibility checks.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Upgrade your laptop performance with reliable memory today!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Product Name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4,800 JPY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16GB (8GBx2) DDR4 3200MHz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Standard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Installation support available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Product Name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5,200 JPY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16GB (8GBx2) DDR4 2666MHz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Standard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Installation support available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Product Name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4,800 JPY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16GB (8GBx2) DDR4 3200MHz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Standard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Installation support available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