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video backup storage solution for IT services industry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 transfer speed of 2.5 Gbps to reduce backup windows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Robust data protection with RAID 5/6/10 support for redundancy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storage with 16 TB capacity and multiple drive bays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User-friendly management with secure remote access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Easy setup and maintenance to optimize IT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SteelSeries Arctis Nova Pro Wireless headset tailored for PS5 and PS4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Advanced wireless technology ensuring professional-grade audio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Closed circumaural design for immersive sound and noise isolation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Integrated microphone for seamless communication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Compatible with latest gaming consoles and professional environments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availability and expert support for smooth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Type: Circumaural (over-ear) closed enclosure for noise isolation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Frequency Response: 10 Hz to 40 kHz for rich, detailed audio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Wireless connectivity for freedom of movement during gaming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Integrated microphone for crystal-clear voice communication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Color: Sleek Black design fitting professional and gaming setups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Availability: In stock and ready for immediate shipment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 Price: $280.99 USD for one SteelSeries Arctis Nova Pro Wireless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(8%): $22.48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$303.47 USD including tax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for premium wireless gaming headset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Cost-effective solution for professional gaming and IT needs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pricing with no hidden fees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covering defects and workmanship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included technical support for setup and troubleshooting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covers maintenance and configuration assistance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Return and exchange policy within 30 days of delivery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Liability limited to product usage as per manufacturer terms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after-sales service ensuring customer satisfaction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different variants of SteelSeries Arctis Nova Pro Wireless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offer premium sound quality and wireless freedom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Variants differ slightly in naming to suit diverse preferences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specifications ensuring professional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Ideal for PS5, PS4, and professional gaming environments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variant that best fits your branding or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 to 4 weeks after order confirmation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Delivery timeline subject to product availability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Prompt order processing to minimize waiting time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Coordination with your IT team for smooth deployment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scheduling to align with your project timeline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Regular updates provided throughout shipping 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contact details to proceed with formal quote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budget range and any customization requests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terms and conditions to finalize purchase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deployment date to align with IT availability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Engage with our technical team for pre-deployment planning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Secure your advanced wireless headset for professional gaming now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$280.99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$280.99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$280.99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 included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