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Otsuka Corporation requires a reliable backup storage solution for 1PB of critical data.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Backup frequency is weekly to ensure data integrity and availability.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The solution must support RAID 6 for enhanced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timeline is urgent, with a requirement to complete setup within 1 week.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Budget is approximately $10,000, aligning with cost-effective yet scalable infrastructure.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The solution must integrate seamlessly with existing IT services backup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We propose the QNAP TS-h1277XU-RP NAS Server tailored for large-scale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RAID 6 configuration to ensure data redundancy and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for weekly backups of up to 1PB, meeting Otsuka's data volume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and reliable, ideal for IT services industry backup infrastructure.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guaranteed within 1 week to meet urgent operational timelines.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Comes with comprehensive support and warranty to ensure smooth 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Model: QNAP TS-h1277XU-RP NAS Server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RAID Level: RAID 6 for enhanced fault tolerance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Supports up to 1PB backup storage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Backup Frequency: Weekly backups configured for consistent data protection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Timeline: Fully deployable within 1 week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Brand: QNAP, a trusted leader in NAS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Unit Price: $9,500 USD for the NAS server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$9,500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(7%): $665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$10,165 USD inclusive of tax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aligned with budget and high-value features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costs with no hidden fees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Standard 3-year manufacturer warranty covering hardware defects.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Technical support available during business hours for 12 months post-deployment.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Post-deployment includes a 1-month monitoring period to address initial issues.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Basic training provided to IT staff for efficient NAS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ensures seamless integration with existing backup software.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Additional services available upon separate agreement if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Three variants of the QNAP TS-h1277XU-RP NAS Server tailored to different 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feature RAID 6 and support 1PB backup capacity.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remains consistent at $9,500 USD across variants.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and support packages are identical for all variants.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Enables Otsuka Corporation to choose based on naming preference without compromise.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Ensures flexibility while maintaining performance and reliability standards.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Delivery scheduled within 5 business days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Complete deployment within 1 week to meet urgent operational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setup and RAID 6 configuration for 1PB backup storage.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Basic training for IT staff conducted during deployment week.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Integration validation with existing IT infrastructure ensured.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Post-deployment monitoring for 1 month to guarantee smooth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order to initiate procurement and deployment immediately.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access to deployment site and necessary IT infrastructure details.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with our deployment team within 2 days of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Prepare your IT staff for training sessions during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deployment completion and initial testing results.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a reliable, scalable NAS backup solution tailored to your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1PB backup with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3-year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months business hours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1PB backup with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3-year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months business hours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1PB backup with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3-year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months business hours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