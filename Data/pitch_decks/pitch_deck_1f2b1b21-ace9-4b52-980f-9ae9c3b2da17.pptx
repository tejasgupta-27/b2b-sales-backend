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Reliable video backup storage solution for IT service industry.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16TB storage capacity with high-speed 2.5 Gbps data transfer.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redundancy with RAID 5 or RAID 10 for data protection.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for enterprise-grade NAS HDDs to ensure durability and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Scalable solution to accommodate future data growth.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infrastructure upgrade to support 2.5 GbE speeds with Cat6a cabling.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Professional-grade NAS solution tailored for video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Synology DS920+ NAS with 4 drive bays supporting up to 64TB raw capacity.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Equipped with Seagate IronWolf Pro 6TB drives optimized for NAS environments.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upgrade with 2.5 GbE switch and Cat6a Ethernet cables for optimal throughput.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RAID 5 or RAID 10 configuration for balanced performance and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support and professional installation services included.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 (Specifications)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NAS Device: Synology DS920+ with 4 drive bays, expandable up to 64TB raw capacity.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Hard Drives: 4 x Seagate IronWolf Pro 6TB, 7200 RPM, 256-512MB cache, SATA 6.0 Gb/s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Network: Supports 2.5 GbE via optional network card or USB adapters.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Form Factor: 3.5 inch drives, enterprise-grade for continuous operation.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RAID Support: RAID 5 or RAID 10 for data redundancy and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Additional: Robust software ecosystem for backup and media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NAS Device (Synology DS920+): Approximately $550.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Hard Drives (4 x Seagate IronWolf Pro 6TB): Approx. $350 each, total ~$1400.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Network Upgrade: 2.5 GbE switch (NETGEAR GS110MX) around $200.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Cat6a Ethernet cables for optimal network performance: ~$50.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Professional Technology Solution Package: $1000 (includes installation and support).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Total Cost: Approximately $2200 (excluding solution package $1000).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5-year warranty and data recovery services on Seagate IronWolf Pro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on NAS hardware as per Synology terms.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1 year of technical support included covering installation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Software updates and backup management support provided.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Optional extended support and maintenance agreements available.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Professional installation and configuration services ensure smooth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Compare three variants of the Seagate IronWolf Pro NAS drives.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offer enterprise-grade 7200 RPM performance and SATA 6.0 Gb/s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Cache sizes vary between 256MB and 512MB for optimized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Capacities range from 16TB to 22TB to suit different storage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varies from $314.99 to $439.99 reflecting capacity and cache differences.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drives come with 5-year warranty and are optimized for NAS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Delivery subject to product availability at time of order.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physical delivery and onsite installation of NAS and network equipment.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Configuration of RAID and network setup completed during installation.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Basic training provided to IT team for NAS management and backup scheduling.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Integration support with existing backup and video management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Please provide your contact details to prepare a formal quote document.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your budget range and any additional features or services required.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Share your desired timeline for implementation to align delivery schedules.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Review and approve the detailed quote to proceed with order placement.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a kickoff meeting with our technical team for deployment planning.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Partner with us for a reliable, scalable, and high-speed NAS storage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$439.99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22TB, 7200 RPM, 512MB Cache, SATA 6.0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Manufacturer warranty and 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$349.99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20TB, 7200 RPM, 256MB Cache, SATA 6.0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Manufacturer warranty and 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$314.99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16TB, 7200 RPM, 256MB Cache, SATA 6.0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Manufacturer warranty and 1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