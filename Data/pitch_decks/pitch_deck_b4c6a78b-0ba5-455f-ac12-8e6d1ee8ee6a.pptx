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a robust NAS server setup to handle enterprise video backups.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for at least 16TB storage capacity to support large video file archives.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Demand for RAID 6 configuration to ensure data redundancy and fault tolerance.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 transfer speeds of 2.5 Gb/s to minimize backup windows and optimize throughput.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for 200 employees requiring scalable and reliable storage solutions.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and a one-month timeline for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IronWolf Pro NAS drives tailored for enterprise-grade video backup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Configured with RAID 6 to provide maximum data protection and fault tolerance.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High-performance 7200 RPM drives with SATA 6.0 Gb/s interface for fast data transfer.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Expandable storage options to accommodate future growth and increased capacity.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Optimized for 2.5 Gb network infrastructure ensuring efficient data throughput.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support and warranty to ensure smooth deployment and operation.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Product: Seagate IronWolf Pro NAS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22TB (22,000 GB)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RPM: 7200 RPM for high-speed performance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Cache: 512MB for efficient data processing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Interface: SATA 6.0 Gb/s for fast connectivity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Form Factor: 3.5 inch drives ideal for NAS enclosures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Unit Price: $439.99 per Seagate IronWolf Pro NAS drive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Quantity: 1 drive included in the quote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$439.99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Tax (8%): $35.20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$475.19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accommodates additional units or upgrades if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with all Seagate IronWolf Pro NAS drives.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setup and troubleshooting is provided.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includes assistance with RAID 6 configuration and NAS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Customer responsible for data backup prior to installation for security.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Liability limited to hardware warranty; data loss beyond warranty not covered.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extended support and installation services available upon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Three variants of Seagate IronWolf Pro NAS drives with identical high-end specs.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feature 22TB capacity, 7200 RPM speed, and SATA 6.0 Gb/s interface.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Differences are only in product naming to offer choice and flexibility.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Consistent performance and reliability across all variants.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Ideal for enterprise video backup and data redundancy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Pricing and warranty terms remain the same for all variants.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One-month implementation timeline aligned with customer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includes NAS setup, RAID 6 configuration, and network optimization.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provided for IT staff on NAS management and backup procedures.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Integration support available for existing backup software and workflows.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Prompt support ensures minimal disruption during installation and rollout.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contact details to finalize the quote and begin order processing.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company size and industry to tailor support and documentation.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Specify any preferences for network infrastructure or drive brands.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Decide if you require installation and ongoing support services beyond included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Approve the quote to schedule delivery and meet your one-month timeline.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Partner with us for a reliable, high-performance NAS solution for your video backups.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$439.99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$439.99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$439.99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