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video backup storage solution to protect critical data.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High-performance NAS system with RAID 6 for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capacity of 16 TB using NAS-grade HDDs.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data transfer with 2.5 gigabit Ethernet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Solution tailored for IT services industry with 200 employees.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Addressing pain points of data protection, redundancy, and backup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NAS storage solution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8 x 2 TB Western Digital Red NAS-grade hard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high-speed 2.5 gigabit Ethernet connectivity for efficient backups.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and reliable storage designed specifically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expert installation, configuration, and IT department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accommodating your company’s specific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16 TB total using 8 x 2 TB Western Digital Red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Configuration: RAID 6 for enhanced data redundancy and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Network: 2.5 gigabit Ethernet connectivity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Hardware: NAS-grade HDDs optimized for continuous video backup workloads.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Integration: Seamless compatibility with existing IT infrastructure.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Support: Includes 1 year technical support and training for your IT team.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product and hardware cost: $4,428.21 USD (subtotal).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(8%): $354.26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Grand total price: $4,782.47 USD inclusive of tax.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approach to fit your financial planning.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with detailed line items for all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for premium NAS-grade storage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on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 year of comprehensive technical support included.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covers setup, troubleshooting, and maintenance services.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regular backups beyond RAID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Cancellation allowed within 48 hours post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guaranteed hardware reliability and expert assistance.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NAS storage solution tailored to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include 16 TB capacity, RAID 6, and 2.5 GbE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product naming to suit diverse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ensures reliable video backup with NAS-grade HDDs.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and consistent warranty and support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Complete installation and RAID 6 configuration included.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of 2.5 gigabit Ethernet connectivity for optimal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session scheduled for your IT department post-deployment.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Verification and performance testing to ensure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Project completion targeted within 1 month to meet your timeline.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final product selection and quantities with our sales team.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network and infrastructure details for compatibility checks.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delivery and installation within the agreed timeline.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Arrange IT department availability for training and system handover.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sign purchase agreement to initiate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scalable video backup NAS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$4,782.47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(8 x 2 TB Western Digital Red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$4,782.47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(8 x 2 TB Western Digital Red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$4,782.47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(8 x 2 TB Western Digital Red 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