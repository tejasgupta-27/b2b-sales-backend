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  <a:latin typeface="Segoe UI Semibold"/>
              </a:defRPr>
            </a:pPr>
            <a:r>
              <a:t>Sales Pitch Deck</a:t>
            </a:r>
          </a:p>
          <a:p>
            <a:pPr algn="ctr">
              <a:defRPr sz="2400">
                <a:solidFill>
                  <a:srgbClr val="3498DB"/>
                </a:solidFill>
                <a:latin typeface="Segoe UI"/>
              </a:defRPr>
            </a:pPr>
            <a:r>
              <a:t>Generated from Quotation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Customer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Otsuka Corporation requires a high-performance gaming PC for Cyberpunk 2077 at max settings.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Focus on a fully built gaming system optimized solely for gaming use.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Preference for cutting-edge graphics and fast processing capabilities.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Flexible budget to ensure top-tier performance and reliability.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Need for a complete solution including accessories to enhance gaming experience.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MSI Aegis RS 11th equipped with NVIDIA GeForce RTX 3080 GPU and Intel Core i7-11700K CPU.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Pre-built system with 16GB DDR4 RAM and 1TB NVMe SSD for speed and ample storage.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Includes high-performance Zalman CNPS9500 AT CPU cooler for optimal thermal management.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Enhanced audio experience with House of Marley Buffalo Soldier Premium Speaker.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Customizable RGB lighting and advanced air cooling for immersive gaming.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Overview (Specifications)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CPU: Intel Core i7-11700K for powerful multi-threaded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GPU: NVIDIA GeForce RTX 3080 for stunning graphics and ray tracing.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Memory: 16GB DDR4 RAM to handle demanding gaming workloads smoothly.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Storage: 1TB NVMe SSD for fast load times and ample game storage.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Cooling: Advanced air cooling plus Zalman CNPS9500 AT CPU cooler for stability.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Audio: House of Marley Buffalo Soldier Premium Speaker for rich, clear sound.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Pricing Breakdown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MSI Aegis RS 11th Gaming PC: $2,800.00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Zalman CNPS9500 AT CPU Cooler: $30.00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House of Marley Buffalo Soldier Premium Speaker: $120.00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Subtotal: $2,950.00 plus 8% tax ($236.00) for a total of $3,186.00 USD.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Flexible budget with transparent pricing and no hidden fees.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Warranty &amp;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1-year manufacturer warranty on MSI Aegis RS 11th for peace of mind.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Support includes initial system testing to ensure Cyberpunk 2077 runs at max settings.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User training provided on system features and maintenance tips.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Coordination with Otsuka IT department for smooth delivery and installation.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Returns accepted within 14 days if product is in original condition.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All variants offer the same high-end specs ensuring top-tier gaming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Variants differ slightly in name to suit different preferences or branding needs.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Consistent pricing and warranty terms across all options.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Each variant includes premium cooling and audio accessories.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Ideal for Otsuka Corporation’s focus on quality and reliability.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Delivery lead time: 7-10 business days after order confirmation.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Installation coordinated with Otsuka Corporation’s IT department.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Complete setup ensuring system is optimized for gaming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Initial testing to confirm Cyberpunk 2077 runs at maximum settings.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Flexible scheduling to minimize disruption and ensure timely delivery.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Call to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Review and approve the quote to initiate order processing.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Confirm order details and payment schedule (50% deposit upfront).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Schedule delivery and installation at your convenience.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Provide feedback or request customization to tailor the solution.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Empower your gaming experience with our cutting-edge technology today!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11430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Product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Support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$2,800.00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Core i7-11700K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manufacturer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Initial system testing and user training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$2,800.00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Core i7-11700K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manufacturer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Initial system testing and user training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$2,800.00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Core i7-11700K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manufacturer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Initial system testing and user training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