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PixelNest Studios requires a high-performance laptop optimized for Adobe Suite applications.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The solution must offer fast boot times and long battery life for mobile productivity.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Portability and durability are essential for frequent travel and on-site client work.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Budget range set between ¥180,000 and ¥220,000 to balance performance and cost.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Enhance creative workflows with reliable hardware tailored to design professionals.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 custom laptop package designed specifically for PixelNest Studios’ creative demands.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the latest MacBook Air M2 (2023 Model) for superior performance and portability.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Complemented by a versatile USB-C Hub to expand connectivity options seamlessly.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Extended 2-year warranty ensures long-term peace of mind and hardware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support and optional training to maximize Adobe Suite productivity.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MacBook Air M2 (2023 Model) featuring Apple M2 chip with 8-core CPU for smooth multitasking.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Equipped with 8GB RAM and 512GB SSD storage to handle large design files efficiently.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Optimized for Adobe Suite with excellent battery life up to 18 hours for all-day use.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Lightweight and portable design ideal for frequent travel and client meetings.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USB-C Hub (7-in-1) includes HDMI, USB 3.0, SD card reader, and Ethernet for enhanced connectivity.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MacBook Air M2 (2023 Model): ¥150,000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USB-C Hub (7-in-1): ¥12,000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Extended 2-Year Warranty: ¥18,000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¥180,000 with 8% tax amounting to ¥14,400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¥194,400 - within the client’s budget range.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Extended 2-year warranty covers hardware repairs and technical support.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terms follow manufacturer policies for reliable service.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Technical support available during setup and initial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materials for Adobe Suite optimization can be provided upon request.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Peace of mind with ongoing assistance to ensure uninterrupted productivity.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Comparing three tailored variants of the MacBook Air M2 to suit PixelNest Studios’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offer the same high-performance specs optimized for creative workflows.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Pricing remains consistent across variants to meet budget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Each variant includes the same warranty and support options for reliability.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Choose the variant that best fits your branding or preference without compromise.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Order confirmation initiates procurement and delivery process immediately.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 weeks from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Delivery timelines will be confirmed upon order placement for transparency.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Setup support and technical assistance available during initial configuration.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scheduling to align with PixelNest Studios’ project timelines.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this detailed quote and confirm acceptance to proceed.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call to discuss any questions or customization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Finalize payment and delivery details to lock in your order.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Arrange for product delivery and setup support for smooth onboarding.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Consider additional accessories or software licenses to enhance your setup.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MacBook Air M2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¥150,000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Apple M2 chip, 8-core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512GB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Extended 2-Year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Technical support during setup and configuration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MacBook Air M2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¥150,000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Apple M2 chip, 8-core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512GB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Extended 2-Year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Technical support during setup and configuration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MacBook Air M2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¥150,000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Apple M2 chip, 8-core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512GB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Extended 2-Year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Technical support during setup and configuration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