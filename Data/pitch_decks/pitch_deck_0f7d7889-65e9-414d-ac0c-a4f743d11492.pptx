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and scalable NAS storage solution for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16TB storage capacity with RAID 6 for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rate of 2.5 Gb/s to ensure efficient backup processes.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8 bays or more to allow future storage expansion.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User-friendly management and flexible support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growth of approximately 1TB per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Enterprise-grade NAS servers tailored for video backup and scalability.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Synology DS1821+ and QNAP TS-873A models supporting RAID 6.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High-performance 2.5 GbE network support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Enterprise-grade NAS HDDs configured for reliability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support and maintenance plans to match your operational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Future-proof design allowing seamless storage expansion.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Synology DiskStation DS1821+: 8 bays, RAID 6 support, 2.5 GbE network upgrade capable.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QNAP TS-873A: 8 bays, native 2.5 GbE ports, RAID 6 and expansion unit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drives: Seagate Enterprise NAS and Seagate Enterprise Capacity HDDs included.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Drive specs: 7200 RPM, SATA 6.0 Gb/s interface, cache sizes from 128MB to 256MB.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storage capacity configured: 16TB using enterprise-grade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reliable, scalable, and high-performance video backup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NAS: $379.00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Capacity (10TB variant 1): $192.00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Capacity (10TB variant 2): $170.00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Capacity (8TB variant): $181.90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$922.90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(including 8% tax): $996.73 USD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installation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support and maintenance services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terms as per manufacturer standards ensuring peace of mind.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includes proactive monitoring and rapid issue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variants of our enterprise NAS solution for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support RAID 6 configuration and scalable storage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varies slightly to fit different budget considerations.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includes enterprise-grade HDDs optimized for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aligns with your performance and budget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timing subject to product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coordinated with your IT team to minimize operational disruption.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initial RAID 6 setup and network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training and data migration support available.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review to ensure system performance meets expectations.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the detailed quote and confirm product selections and quantities.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preferred delivery location and procurement timelines.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technical consultation or product demonstration if needed.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support and maintenance service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Finalize purchase order and agree on implementation schedule.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Let’s ensure your video backup storage is reliable, scalable, and efficient!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$1,200 (excluding disks)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(8 x 4TB drives RAID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$1,250 (excluding disks)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(8 x 4TB drives RAID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$1,300 (excluding disks)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(8 x 4TB drives RAID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