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C3E50"/>
                </a:solidFill>
                <a:latin typeface="Segoe UI Semibold"/>
              </a:defRPr>
            </a:pPr>
            <a:r>
              <a:t>Sales Pitch Deck</a:t>
            </a:r>
          </a:p>
          <a:p>
            <a:pPr algn="ctr">
              <a:defRPr sz="2400">
                <a:solidFill>
                  <a:srgbClr val="3498DB"/>
                </a:solidFill>
                <a:latin typeface="Segoe UI"/>
              </a:defRPr>
            </a:pPr>
            <a:r>
              <a:t>Generated from Quotation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Customer Need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200 employees require a reliable NAS server for video backup purposes.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Backup volume of 16 TB with weekly data transfers of 2.5 GB.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Need for at least 20-24 TB raw capacity to allow for growth and RAID redundancy.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Requirement for high throughput to handle efficient weekly backups.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Desire for user-friendly interface and backup software for easy management.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Scalability and remote management capabilities are essential.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Comprehensive NAS storage solution tailored for video backup needs.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Includes enterprise-grade Seagate IronWolf Pro NAS drives for reliability and performance.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Supports RAID 6 for optimal data protection and redundancy.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High-speed SATA 6.0 Gb/s interface and 7200 RPM drives for fast data transfer.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Expandable storage options to accommodate future growth.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Remote monitoring and management to streamline IT operations.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Seagate IronWolf Pro NAS Drives with 7200 RPM spindle speed for high performance.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Capacities ranging from 12 TB to 22 TB to meet storage requirements.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SATA 6.0 Gb/s interface ensures fast and reliable connectivity.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Large cache sizes up to 512 MB for enhanced data throughput.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3.5-inch form factor compatible with most NAS enclosures.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Designed specifically for professional NAS environments.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Pricing Breakdown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Total of 6 Seagate IronWolf Pro NAS drives selected with capacities from 12 TB to 22 TB.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Individual prices range from $229.99 to $439.99 per drive.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Subtotal for all drives: $1,903.95 USD.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Applicable tax at 8%: $152.32 USD.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Grand total including tax: $2,056.27 USD.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Competitive pricing for enterprise-grade NAS storage solutions.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Warranty &amp; Support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Full manufacturer warranty included for all hardware components.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One year of technical support covering hardware and software issues.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Support ensures minimal downtime and rapid problem resolution.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Warranty protects your investment against defects and failures.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Access to expert assistance for setup and troubleshooting.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Peace of mind with reliable after-sales service.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Three variants of Seagate IronWolf Pro NAS drives showcased for flexibility.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All variants feature 7200 RPM spindle speed and SATA 6.0 Gb/s interface.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Cache sizes vary between 256 MB and 512 MB for performance options.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Capacity options from 20 TB to 22 TB to match different storage needs.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Pricing adjusted slightly to reflect different configurations.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Consistent warranty and support across all variants.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Delivery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Estimated delivery within 2-4 weeks after order confirmation.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Prompt order processing to meet your project deadlines.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Technical team available to assist with installation and setup.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Flexible scheduling to minimize disruption to your operations.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Regular updates provided throughout the delivery process.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Ensuring timely deployment for your video backup solution.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Call to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91440" cy="36576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Confirm your budget range to finalize product selection.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Provide purchase order or official approval to proceed.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Share delivery address and contact details for shipping coordination.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Schedule kickoff meeting for deployment planning.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Prepare your IT team for training and integration activities.</a:t>
            </a:r>
          </a:p>
          <a:p>
            <a:pPr>
              <a:spcAft>
                <a:spcPts val="1200"/>
              </a:spcAft>
              <a:defRPr sz="2000">
                <a:solidFill>
                  <a:srgbClr val="505050"/>
                </a:solidFill>
                <a:latin typeface="Segoe UI"/>
              </a:defRPr>
            </a:pPr>
            <a:r>
              <a:t>• Let us empower your IT services with scalable, reliable NAS storage.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  <a:latin typeface="Segoe UI Semibold"/>
              </a:defRPr>
            </a:pPr>
            <a:r>
              <a:t>Product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657"/>
                <a:gridCol w="1175657"/>
                <a:gridCol w="1175657"/>
                <a:gridCol w="1175657"/>
                <a:gridCol w="1175657"/>
                <a:gridCol w="1175657"/>
                <a:gridCol w="1175658"/>
              </a:tblGrid>
              <a:tr h="114300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Product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CPU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Support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Seagate IronWolf Pro NAS Variant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$439.99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22 TB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Full manufacturer 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 year technical support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Seagate IronWolf Pro NAS Variant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$349.99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 TB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Full manufacturer 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 year technical support</a:t>
                      </a:r>
                    </a:p>
                  </a:txBody>
                  <a:tcPr/>
                </a:tc>
              </a:tr>
              <a:tr h="11430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Seagate IronWolf Pro NAS Variant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$314.99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16 TB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Full manufacturer 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 year technical support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