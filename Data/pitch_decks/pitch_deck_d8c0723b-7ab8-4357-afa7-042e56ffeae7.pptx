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  <a:latin typeface="Segoe UI Semibold"/>
              </a:defRPr>
            </a:pPr>
            <a:r>
              <a:t>Sales Pitch Deck</a:t>
            </a:r>
          </a:p>
          <a:p>
            <a:pPr algn="ctr">
              <a:defRPr sz="2400">
                <a:solidFill>
                  <a:srgbClr val="3498DB"/>
                </a:solidFill>
                <a:latin typeface="Segoe UI"/>
              </a:defRPr>
            </a:pPr>
            <a:r>
              <a:t>Generated from Quotation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Customer Need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Reliable NAS storage solution tailored for enterprise video backup needs.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Minimum 16TB storage capacity with RAID 6 for data redundancy and fault tolerance.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 for high transfer speeds of 2.5 Gb/s to handle large video files efficiently.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Scalable and expandable storage options to accommodate future growth.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Fast and efficient backup process to minimize downtime for 200 employees.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Flexible budget and a one-month timeline for implementation.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Seagate IronWolf Pro NAS selected as the optimal enterprise-grade NAS drive.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Designed specifically for high-performance, reliable video backup storage.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Supports RAID 6 configuration ensuring robust data redundancy and fault tolerance.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Capable of sustaining 2.5 Gb/s transfer speeds to meet demanding throughput needs.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Expandable architecture to grow storage capacity as business needs evolve.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Backed by a proven track record in professional NAS environments.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Model: Seagate IronWolf Pro NAS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Storage Capacity: 22,000 GB (22TB)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Rotational Speed: 7200 RPM for high performance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Cache Size: 512 MB to accelerate data access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Form Factor: 3.5 inch with SATA 6.0 Gb/s interface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Enterprise-grade build optimized for NAS environments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Pricing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Unit Price: $439.99 for one Seagate IronWolf Pro NAS drive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Quantity: 1 unit in this quotation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Subtotal: $439.99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Tax (8%): $35.20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Total Price: $475.19 USD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Flexible budget to accommodate additional units or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Warranty &amp;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Full manufacturer warranty included with the Seagate IronWolf Pro NAS drives.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One year of technical support covering hardware and software issues.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Optional installation and configuration services available at additional cost.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Customer responsible for data backup prior to installation; vendor not liable for data loss.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 ensures smooth deployment and ongoing operational reliability.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Comparing three variants of the Seagate IronWolf Pro NAS drive.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All variants provide enterprise-grade 3.5 inch SATA 6.0 Gb/s interface.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Variants differ slightly in price and branding to fit diverse procurement needs.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All maintain 7200 RPM speed and cache size of 512 MB for performance.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Consistent reliability and scalability across all product variants.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Delivery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Estimated delivery within 2-4 weeks after order confirmation.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One-month implementation timeline aligned with customer requirements.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Deployment includes RAID 6 configuration and network integration for 2.5 Gb/s speeds.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Training provided for IT staff on NAS management and maintenance.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Post-deployment support and network setup assistance available.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Call to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Provide your company name, industry, and contact details to finalize the quote.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Confirm any preferences for delivery, installation, and configuration services.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Schedule a kickoff meeting to align on project timeline and milestones.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Approve the quote to initiate procurement and delivery processes.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Discuss additional support or network setup services to ensure success.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11430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Seagate IronWolf Pro NAS Variant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$439.99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7200 RPM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512 MB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22,000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Manufacturer warranty included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year technical 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Seagate IronWolf Pro NAS Variant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$439.99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7200 RPM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512 MB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22,000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Manufacturer warranty included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year technical 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Seagate IronWolf Pro NAS Variant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$439.99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7200 RPM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512 MB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22,000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Manufacturer warranty included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year technical support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