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a reliable video backup storage solution with high fault tolerance.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NAS server with 16TB capacity to handle large video files.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Demand for RAID 6 configuration ensuring data protection and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Fast and scalable storage with good network connectivity options (Gigabit Ethernet or 10GbE).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Easy management and compatibility with Synology DiskStation DS1821+ and DX517 expansion.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Deployment timeline within 1 month with no budget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Offering SteelSeries Arctis Nova Pro Wireless headset for enhanced professional and gaming communication.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Complemented by enterprise-grade NAS storage solutions tailored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 reliability with RAID 6 configuration for fault tolerance and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Seamless integration with Synology DiskStation DS1821+ and expandable with DX517.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Optimized for fast data transfer via Gigabit Ethernet or 10GbE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support and easy scalability to accommodate future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Product: SteelSeries Arctis Nova Pro Wireless for PS5 and PS4.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Type: Circumaural, Closed enclosure for immersive sound isolation.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Frequency Response: 10 Hz to 40 kHz for high-fidelity audio.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Features: Wireless connectivity with built-in microphone.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Color: Sleek Black design suitable for professional and gaming use.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Availability: In stock and ready for prompt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Product Price: $280.99 USD for SteelSeries Arctis Nova Pro Wireless headset.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Quantity: 1 unit included in the quotation.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Subtotal: $280.99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Tax (8%): $22.48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Price: $303.47 USD inclusive of taxes.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No hidden fees; transparent and competitive pricing.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installation assistance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smooth deployment and operational reliability.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protects against defects and performance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customer service for timely issue resolution.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Confidence in product quality backed by manufacturer policies.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Comparing three variants of SteelSeries Arctis Nova Pro Wireless headset.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share core specifications for consistent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Variants differ slightly in naming to suit various platform preferences.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remains competitive across all variants.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Ensures choice flexibility while maintaining premium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Prompt deployment scheduled to meet 1-month timeline requirement.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setup with RAID 6 and integration with Synology DiskStation.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Training provided for IT staff on advanced backup and file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optimized for fast data transfer speeds.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Scalability configured for future storage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your contact details (name, email) to proceed with the formal quote.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preferences for hard drive brands or specific features.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terms and conditions to initiate procurement.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kickoff meeting for deployment planning and timeline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Decide if additional configuration and deployment support is required.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Take the next step towards reliable and scalable video backup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SteelSeries Arctis Nova Pro Wireless -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SteelSeries Arctis Nova Pro Wireless -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SteelSeries Arctis Nova Pro Wireless -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$280.99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One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