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  <a:latin typeface="Segoe UI Semibold"/>
              </a:defRPr>
            </a:pPr>
            <a:r>
              <a:t>Sales Pitch Deck</a:t>
            </a:r>
          </a:p>
          <a:p>
            <a:pPr algn="ctr">
              <a:defRPr sz="2400">
                <a:solidFill>
                  <a:srgbClr val="3498DB"/>
                </a:solidFill>
                <a:latin typeface="Segoe UI"/>
              </a:defRPr>
            </a:pPr>
            <a:r>
              <a:t>Generated from Quotation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Customer Need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Reliable and scalable video data backup solution for IT services industry.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Requirement for 16 TB storage capacity with RAID 6 redundancy for data protection.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High-speed data transfer with 2.5 gigabit Ethernet connectivity.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Need for NAS-grade hard drives ensuring durability and performance.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Fast backup and restore speeds to minimize downtime.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Scalable storage to accommodate future growth and expanding video archives.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Comprehensive NAS storage solution featuring Synology DiskStation DS1821+.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Configured with RAID 6 for enhanced data redundancy and fault tolerance.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Utilizes high-quality NAS-grade HDDs including Seagate IronWolf and Western Digital Red drives.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Supports 2.5 gigabit Ethernet for rapid data transfer and efficient backup.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Scalable architecture to easily expand storage capacity as your needs grow.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Includes installation, configuration, and IT staff training for seamless integration.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Overview (Specifications)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NAS Server: Synology DiskStation DS1821+ with RAID 6 configuration.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Total Storage: 16 TB usable capacity using NAS-grade hard drives.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Connectivity: 2.5 gigabit Ethernet for high-speed data access.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Hard Drives: Seagate IronWolf NAS series and Western Digital NAS-grade drives.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Backup &amp; Restore: Optimized for fast video data backup and recovery.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Scalability: Designed to support future storage expansions effortlessly.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Pricing Breakdown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Total hardware and storage drives cost: $4,392.53 USD.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Applicable tax (8%): $351.40 USD.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Grand total price: $4,743.93 USD.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Flexible budget to accommodate potential customizations.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Comprehensive solution covering all required NAS components.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Transparent pricing ensuring no hidden costs.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Warranty &amp;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Full manufacturer warranty included for all hardware components.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One year of technical support covering setup assistance and troubleshooting.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Support includes training for IT staff on NAS management and RAID monitoring.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Customer responsible for regular backups beyond RAID redundancy.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Supplier liability limited to hardware failure under warranty terms.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Peace of mind with professional assistance throughout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Compare three variants of our NAS storage solution tailored for your needs.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Each variant includes the Synology DiskStation DS1821+ with RAID 6 setup.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Variants differ slightly in product naming for tailored branding.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Consistent high-quality NAS-grade HDDs and 2.5 gigabit Ethernet connectivity.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All options provide robust, scalable, and reliable video backup solutions.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Facilitates informed decision making with clear pricing and specs.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Delivery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Estimated delivery within 2-4 weeks after order confirmation.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Deployment includes installation and RAID 6 configuration.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Setup of 2.5 gigabit Ethernet connectivity for optimal performance.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Training sessions scheduled post-installation for IT staff.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Scalability planning to be discussed during deployment phase.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Ensures minimal disruption and timely project completion within 1 month.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Call to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Confirm your final product selection and quantities to proceed.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Approve the quote and sign the purchase agreement to start order processing.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Schedule a kickoff meeting to align on timeline and resources.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Prepare your network environment for 2.5 gigabit Ethernet readiness.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Plan IT staff availability for training sessions post-installation.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Partner with us for a reliable, scalable, and high-performance NAS solution.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11430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Price (USD)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Support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 Name Variant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4743.93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Synology DiskStation DS1821+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Not specified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 TB usable with RAID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manufacturer 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year technical support with training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 Name Variant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4743.93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Synology DiskStation DS1821+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Not specified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 TB usable with RAID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manufacturer 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year technical support with training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 Name Variant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4743.93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Synology DiskStation DS1821+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Not specified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 TB usable with RAID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manufacturer 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year technical support with training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