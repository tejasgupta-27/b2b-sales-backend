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Require a reliable video backup storage solution for IT services company.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Need 16 TB storage capacity with RAID 6 for data redundancy against two drive failures.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High-speed data transfer with 2.5 gigabit Ethernet connectivity is essential.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Preference for NAS-grade HDDs such as Western Digital Red or Seagate IronWolf.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Deployment timeline within 1 month with a flexible budget.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Solution must support backup, snapshot, and remote access with user-friendly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Propose NAS server setup featuring RAID 6 configuration for superior data protection.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Utilize 16 TB storage capacity with Seagate IronWolf NAS drives optimized for NAS use.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2.5 GbE connectivity ensures faster backups and restores compared to traditional 1 GbE.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Robust software ecosystem supporting backup, snapshot, and remote access functionalities.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Scalable and reliable storage designed for video backup workloads.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budget allows tailored configuration including drives, NAS unit, and networking gear.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 (Specifications)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Product: Seagate IronWolf NAS (storage)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Storage Capacity: 16,000 GB (16 TB)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Drive Type: 7200 RPM, 3.5 inch form factor with SATA 6.0 Gb/s interface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Cache: 256 MB for enhanced performance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Designed specifically for NAS environments with RAID support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Ideal for high-speed, reliable video backup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Seagate IronWolf NAS drives priced individually between $94.89 and $479.99 per unit.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Selected 16 TB drive priced at $325.00 for optimal capacity and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Subtotal for proposed configuration: $3,808.64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Applicable tax rate: 8%, amounting to $304.69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 estimated cost including tax: $4,113.33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budget accommodates potential additions or upgrades.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Full manufacturer warranty included with all hardware.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1 year of technical support provided to ensure smooth operation.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Professional installation and configuration included in service.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Comprehensive user training and documentation provided.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30-day post-implementation support to address any issues.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Reliable after-sales service to maximize uptime and data integrity.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Comparing three variants of the Seagate IronWolf NAS drive tailored for your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variants offer 16 TB capacity with 7200 RPM speed and 256 MB cache.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Each variant supports SATA 6.0 Gb/s interface optimized for NAS environments.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Pricing varies slightly to offer options for budget flexibility.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include manufacturer warranty and are designed for RAID 6 setups.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Choose the variant that best fits your performance and budget preferences.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 within 2-4 weeks after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Deployment planned to meet your 1-month timeline requirement.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Includes professional installation and complete system validation.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User training scheduled as part of implementation process.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Post-deployment support available for 30 days to ensure satisfaction.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scheduling to accommodate your operational needs.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Review the detailed quote and product specifications provided.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Contact us with any questions or requests for modifications.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Confirm preferred NAS-grade HDD brand or request our recommendations.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Decide on inclusion of additional networking equipment if needed.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Submit your purchase order to begin processing immediately.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Schedule an implementation planning meeting to ensure smooth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Seagate IronWolf NAS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$325.00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 TB, 7200 RPM, SATA 6.0 Gb/s, 256 MB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Seagate IronWolf NAS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$335.00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 TB, 7200 RPM, SATA 6.0 Gb/s, 256 MB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Seagate IronWolf NAS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$315.00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 TB, 7200 RPM, SATA 6.0 Gb/s, 256 MB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