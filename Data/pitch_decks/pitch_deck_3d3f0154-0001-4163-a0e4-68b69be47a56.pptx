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C3E50"/>
                </a:solidFill>
                <a:latin typeface="Segoe UI Semibold"/>
              </a:defRPr>
            </a:pPr>
            <a:r>
              <a:t>Sales Pitch Deck</a:t>
            </a:r>
          </a:p>
          <a:p>
            <a:pPr algn="ctr">
              <a:defRPr sz="2400">
                <a:solidFill>
                  <a:srgbClr val="3498DB"/>
                </a:solidFill>
                <a:latin typeface="Segoe UI"/>
              </a:defRPr>
            </a:pPr>
            <a:r>
              <a:t>Generated from Quotation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Customer Need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Require 16 TB storage capacity for reliable video backup.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Need high-speed 2.5 Gb transfer rate to handle large video files efficiently.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Demand RAID 6 redundancy for robust data protection and fault tolerance.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Compatibility with Synology DiskStation DS920+ 4-bay NAS server.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Scalable storage and user management to support growing IT service needs.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Deployment required within 1 month with a flexible budget.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Our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Professional-grade NAS storage solution tailored for video backup.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Includes Seagate IronWolf NAS drives optimized for reliability and performance.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Configured RAID 6 for maximum data protection and uptime.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Supports 2.5 GbE network connectivity for fast data transfer.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User-friendly management interface for efficient storage and streaming.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Flexible deployment plan to meet your timeline and budget requirements.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Product Overview (Specifications)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Seagate IronWolf NAS Drives: 6TB capacity each, 4 drives totaling 24TB raw capacity.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Drive Speed: 7200 RPM with 256 MB cache for high performance.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Interface: SATA 6.0 Gb/s ensuring fast and stable connectivity.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Form Factor: 3.5 inch drives compatible with Synology DS920+.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RAID 6 configuration providing fault tolerance and data redundancy.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Optional 2.5 GbE network card to enhance transfer speeds.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Pricing Breakdown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Technology Solution Package: $1,000 - professional grade and enterprise ready.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Subtotal: $1,000 with applicable tax of 8%, totaling $1,080.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Cost-effective solution balancing performance and budget flexibility.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Includes hardware and initial configuration support.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No hidden fees; transparent pricing for easy budgeting.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Optional network card and additional components priced separately.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Warranty &amp; Support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Full manufacturer warranty included for all Seagate and QNAP hardware.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One year of technical support covering hardware and software setup.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Support includes assistance with installation and configuration guidance.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Warranty protects against hardware defects and failures.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Installation services available upon request (may incur additional charges).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Customer responsible for data backup prior to deployment.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Product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Compare three variants of Seagate IronWolf NAS drives tailored to your needs.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All variants feature 3.5 inch form factor and SATA 6.0 Gb/s interface.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Variants differ slightly in price and model specifics for flexible options.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Each supports RAID 6 for high data protection and reliability.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Choose based on budget preference and performance requirements.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Delivery 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Estimated delivery within 2-4 weeks after order confirmation.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Deployment includes installation and RAID 6 configuration.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Setup of 2.5 GbE network connectivity for optimal performance.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Initial system testing to ensure video backup and streaming capabilities.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User training session provided for NAS management and scalability.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Flexible scheduling to meet your 1-month deployment target.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Call to 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Provide your contact details for formal quote documentation.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Confirm preferences for delivery and installation support.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Specify any additional backup software or remote access needs.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Review and approve the quote terms and conditions.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Schedule deployment to meet your video backup timeline.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Partner with us for a scalable, reliable NAS storage solution.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Product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657"/>
                <a:gridCol w="1175657"/>
                <a:gridCol w="1175657"/>
                <a:gridCol w="1175657"/>
                <a:gridCol w="1175657"/>
                <a:gridCol w="1175657"/>
                <a:gridCol w="1175658"/>
              </a:tblGrid>
              <a:tr h="114300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Warranty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Support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Product Name Variant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325.00 USD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16 TB (4 x 6TB Seagate IronWolf NAS Drives)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Full manufacturer warranty as per Seagate policies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 year technical support included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Product Name Variant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325.00 USD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16 TB (4 x 6TB Seagate IronWolf NAS Drives)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Full manufacturer warranty as per Seagate policies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 year technical support included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Product Name Variant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325.00 USD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16 TB (4 x 6TB Seagate IronWolf NAS Drives)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Full manufacturer warranty as per Seagate policies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 year technical support included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