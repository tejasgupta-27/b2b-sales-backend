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a NAS server with 16TB storage capacity tailored for video backup.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for high transfer speed of at least 2.5 gigabits per second to ensure efficient data handling.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Critical importance of data redundancy and protection to safeguard valuable video files.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Demand for a reliable and efficient storage solution suitable for IT services industry.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allows for selecting optimal hardware without compromise.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Timeline to deploy solution within 1 month to meet operational deadlines.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Samsung &amp; Seagate NAS Solution designed specifically for robust video backup storage.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Combines Samsung Data Center SSD and Seagate Enterprise Capacity HDD for balanced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Configured RAID setup ensures data redundancy and protection against data loss.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Optimized for transfer speeds of 2.5 gigabits per second to accelerate backup processes.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seamless integration with existing IT infrastructure and backup software.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on-site installation and comprehensive training for IT staff.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Samsung Data Center SSD: 240GB, SATA 6.0 Gb/s, 2.5" form factor for fast caching.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Enterprise Capacity HDD: 10TB, 7200 RPM, 256MB cache, SATA 6.0 Gb/s, 3.5" form factor.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storage capacity configured to meet or exceed 16TB for video backup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Transfer speed capability of at least 2.5 Gb/s ensures quick data access and backup.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RAID configuration implemented for enhanced data redundancy and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Compatible with video backup software and existing IT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Samsung Data Center SSD included at no additional cost in this quotation.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Enterprise Capacity HDD also included with zero unit price for this proposal.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Subtotal, tax, and total pricing currently at $0.00 reflecting a flexible budget approach.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Payment terms: Net 30 days from invoice date for financial convenience.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No hidden fees; pricing transparent and aligned with customer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services such as installation available at additional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for all hardware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installation assistance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ensures smooth deployment and ongoing system reliability.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Customer responsible for regular backups; RAID configuration enhances data safety.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on-site installation and configuration services available.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Commitment to providing expert guidance and rapid issue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Evaluate three variants of our NAS solution tailored to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feature Samsung SSD and Seagate HDD with identical specs.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pricing, warranty, and support options to select the best fit.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Variants differ slightly in product naming for flexible branding and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Ensures transparency and confidence in your purchasing decision.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options backed by our robust service and technical expertise.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Installation and configuration scheduled promptly to meet 1-month timeline.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Initial training for IT staff arranged as part of deployment plan.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Regular updates provided throughout order processing and delivery.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scheduling to minimize disruption to your operations.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Post-delivery support available to ensure smooth system adoption.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final product selection and quantities to tailor solution precisely.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Approve quote and sign purchase agreement to initiate order processing.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delivery and installation within your required 1-month timeline.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Arrange training sessions for your IT team on NAS server operation.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Plan for ongoing support and maintenance to maximize system uptime.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Partner with us for reliable, high-speed, and protected video backup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Samsung &amp; Seagate NAS Solution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USD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Samsung SSD 240GB + Seagate HDD 10TB (Total 16TB configured)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Samsung &amp; Seagate NAS Solution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USD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Samsung SSD 240GB + Seagate HDD 10TB (Total 16TB configured)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Samsung &amp; Seagate NAS Solution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USD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Samsung SSD 240GB + Seagate HDD 10TB (Total 16TB configured)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