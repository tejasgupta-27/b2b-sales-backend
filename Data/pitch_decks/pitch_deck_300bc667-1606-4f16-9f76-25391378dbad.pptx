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and scalable NAS server solution for video backup storage.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Minimum 16TB storage capacity with RAID 6 configuration for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transfer speed of 2.5 Gbps to support efficient video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5 simultaneous users to enable multi-user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Weekly backup schedule to ensure regular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Ease of deployment and management with no additional security or cloud integration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Professional-grade NAS server setup tailored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with 16TB RAID 6 storage ensuring data safety and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optimized for 2.5 Gbps transfer speed supporting multiple users.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seamless weekly backup schedules and easy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Enterprise-ready solution providing scalable and robust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professional support to guarantee smooth deployment and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16TB configured in RAID 6 for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Transfer Speed: High-speed 2.5 Gbps network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User Support: Designed to support 5 simultaneous users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Cooling: Equipped with ID-COOLING NO-12015-XT fans for optimal thermal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Interface: SATA 6.0 Gb/s drives with enterprise-grade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Noise Level: Quiet operation with noise range from 13.8 to 31.2 dB.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Technology Solution Package: $1,000.00 - Professional and reliable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$1,000.00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$80.00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$1,080.00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budget constraints - value-driven investment for long-term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with no hidden fees.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applies to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1 year of technical support covering installation and operational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guarantees quick resolution of any deployment or operational challenges.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ensures product replacement or repair if needed.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post-sale service to maximize system uptime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professional-grade support included.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variants of our NAS server solution for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provides the same high-performance specifications.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Varied product names to suit different branding or deployment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pricing and warranty across all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support RAID 6, 16TB storage, and 2.5 Gbps transfer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choice without compromise on quality or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full NAS server setup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and backup schedules configured as per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to ensure ease of management and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Project timeline aligns with customer’s 1-month target.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Kickoff meeting to finalize deployment timeline and milestones.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to proceed with the formal quote.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the number of users or devices accessing the NAS server.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Specify if ongoing support or maintenance services are required beyond 1 year.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the terms and conditions to initiate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finalize deployment and project milestones.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scalable, and high-performance video backup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$1,080.00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