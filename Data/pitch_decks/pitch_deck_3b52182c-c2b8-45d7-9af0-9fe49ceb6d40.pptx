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Requirement for reliable and scalable video backup storage solutions.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Need for high transfer rates to ensure efficient backup processes.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Demand for robust data protection using RAID 6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Scalability to support at least 8 bays and accommodate 1 TB growth per year.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Necessity for remote access capabilities and cloud integration.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Priority on advanced security features and user-friendly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Introducing the Final VR3000 Gaming Headset tailored for enhanced gaming experiences.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Designed with cutting-edge technology to meet IT services industry standards.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Offers a closed enclosure type for immersive sound isolation.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Compact and comfortable in-ear design in sleek black color.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and affordable solution at a competitive price of $69.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Supports seamless integration with existing gaming setups.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Product Type: In Ear headset for comfortable extended use.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Enclosure Type: Closed design for superior noise isolation.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Wireless: No wireless capability; wired connection ensures stable audio.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Microphone: Not included, ideal for focused gaming audio.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Color: Classic Black for a professional and sleek look.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Price: $69 per unit, balancing quality and affordability.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Base Price for Final VR3000: $69.00.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Quantity: 1 unit included in the quotation.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Subtotal: $69.00 before tax.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Applicable Tax Rate: 8%, amounting to $5.52.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Price: $74.52 inclusive of all taxes.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budget accommodating your business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covering defects and malfunctions.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One year of technical support included with purchase.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Options available for extended support plans tailored to your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Returns and exchanges accepted within 30 days of receipt in original condition.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Dedicated support team to assist with installation and setup.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Commitment to customer satisfaction and post-deployment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Compare three variants of the Final VR3000 to find your perfect fit.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share the same trusted specifications and quality standards.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Slightly varied names to suit different branding preferences.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Consistent pricing and features across all variants for simplicity.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Ideal for businesses seeking reliable gaming audio solutions.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includes installation per your site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Setup assistance provided for optimal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Training sessions available to maximize product utilization.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Integration support for connecting with gaming platforms.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Post-deployment review to ensure complete satisfaction.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your contact details for formal quote documentation.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your preferred timeline for delivery and implementation.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Specify any additional support or maintenance preferences.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Review and confirm acceptance of the quote to proceed.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a kickoff meeting to discuss deployment and training.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Partner with us for an enhanced and reliable gaming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Final VR3000 for Gaming -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$69.00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 year technical support included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Final VR3000 for Gaming -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$69.00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 year technical support included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Final VR3000 for Gaming -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$69.00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 year technical support included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