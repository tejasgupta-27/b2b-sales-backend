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a NAS server setup tailored for video backup storage and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16 TB storage capacity with RAID 6 configuration for reliable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rate of 2.5 gigabits per second for efficient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at least 8 bays to allow scalability of 1 TB growth per year.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for remote access, cloud integration, and advanced security capabilities.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with emphasis on user-friendly management and maintenance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Proposed NAS models: Synology DiskStation DS1821+ and QNAP TS-873A for optimal scalability.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Both solutions support RAID 6 and 2.5 GbE network transfer for high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Robust software ecosystems ensuring seamless backup, remote access, and security.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to accommodate future storage expansion with 8 bays and beyond.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support and maintenance options to ensure smooth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pricing aligned with your budget and operational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Synology DiskStation DS1821+: Supports up to 8 drives with RAID 6 and 2.5 GbE upgrade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QNAP TS-873A: Native 8 bays, RAID 6 support, and built-in 2.5 GbE ports for high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Both models offer advanced security features and user-friendly management interfaces.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for video backup workloads with reliable and scalable storage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remote access and cloud integration to enhance operational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IT services industry needs with robust data protection mechanisms.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Final VR3000 for Gaming: $69.00 - High-quality in-ear gaming audio 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Razer Kaira for PlayStation: $79.98 - Wireless circumaural headset with microphone.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Razer Kaira for Xbox: $109.89 - Premium wireless circumaural headset with microphone.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$258.87 with an 8% tax amounting to $20.71.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$279.58 USD inclusive of all taxes.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pricing to accommodate additional hardware or support services as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 as per terms.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installation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plans tailored to ensure minimal downtime and optimal system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Access to product demos and technical consultations upon request.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assistance for deployment, configuration, and user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Confidential handling of all customer information and pricing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our top gaming audio products tailored for immersive experiences.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Final VR3000 offers a closed in-ear design with excellent sound isolation.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Razer Kaira variants provide circumaural wireless headsets with integrated microphones.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product designed for specific gaming platforms: PlayStation and Xbox.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with features to suit casual to professional gamers.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headset that best fits your gaming setup and 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timeline subject to product availability at time of purchase.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align with your procurement and deployment plans.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Timely updates provided throughout the order and delivery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Post-delivery support to assist with setup and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 welcome your preferred delivery location and timeline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the detailed quote and confirm your product selections.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preferred delivery location and any procurement timelines.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technical consultation or product demo for further clarity.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Finalize your purchase order to initiate the delivery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Plan deployment and user training sessions with our technical team.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Contact us today to secure your professional gaming audio solutions!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