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NAS server setup for video backup and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for weekly backups with a 1 month retention policy.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Requirement for RAID 6 redundancy to ensure data integrity.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Initial storage capacity of 2TB with scalable annual growth.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Data transfer speeds around 2.5 Gbps to handle video efficiently.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Easy integration with existing IT infrastructure and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Timetec 30TTQNS3SATA-2TB SSD optimized for NAS video backup.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Supports SATA 6.0 Gb/s interface ensuring fast and reliable data transfer.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Compatible with RAID 6 configurations for superior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for NAS servers with 4 drive bays and built-in 2.5GbE ports.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 to add 10GbE NIC for future network speed upgrades.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Cost-effective and scalable storage solution tailored to your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Product: Timetec 30TTQNS3SATA-2TB (2.5" SATA SSD)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 Capacity: 2TB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Interface: SATA 6.0 Gb/s for high-speed data transfer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Form Factor: 2.5 inches, compatible with NAS hardware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Ideal for RAID 6 configurations to protect against data loss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to support video backup workloads with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Unit Price: $102.99 USD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Quantity: 1 Timetec 2TB SSD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$102.99 USD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Tax (8%): $8.24 USD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Price: $111.23 USD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Competitive pricing for high-quality NAS storage 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3-year manufacturer warranty covering defects and workmanship.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Technical support available during business hours for installation and troubleshooting.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includes configuration assistance for RAID and NAS integration.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Customization or additional services available upon request.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Customer responsible for compatibility and data backup prior to installation.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Peace of mind with reliable post-purchase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multiple variants of Timetec 2TB SSD tailored for NAS setups.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Consistent high performance with SATA 6.0 Gb/s interface.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Same 2TB capacity ensuring scalable video backup storage.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Variants offer flexibility in naming for different deployment scenarios.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backed by manufacturer warranty and technical support.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Choose the variant that best fits your organizational needs.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Delivery upon receipt of payment and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timeframe aligns with project scheduling.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Installation includes SSD setup into NAS with RAID 6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 integration leveraging built-in 2.5GbE ports on QNAP TS-453D.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10GbE NIC installation available if required.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Training provided for IT staff on NAS management and backup scheduling.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Please provide your contact details to finalize the quote documentation.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your budget range to tailor the proposal accordingly.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Specify your expected timeline for purchase and deployment.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and approve terms and conditions to proceed with the order.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technical consultation for deployment and training.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Empower your IT services with reliable and scalable NAS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Timetec 2TB NAS SSD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$102.99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2TB SATA 6.0 Gb/s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years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Business hours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Timetec 2TB NAS SSD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$102.99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2TB SATA 6.0 Gb/s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years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Business hours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Timetec 2TB NAS SSD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$102.99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2TB SATA 6.0 Gb/s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years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Business hours technical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