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7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D808837E-BD65-42A8-A74A-932C1060A7A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03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8640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1283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1136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8355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91821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081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3867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1585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4870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8246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6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688" r:id="rId12"/>
    <p:sldLayoutId id="2147483673" r:id="rId13"/>
    <p:sldLayoutId id="2147483676" r:id="rId14"/>
    <p:sldLayoutId id="2147483699" r:id="rId15"/>
    <p:sldLayoutId id="2147483700" r:id="rId16"/>
    <p:sldLayoutId id="2147483692" r:id="rId17"/>
    <p:sldLayoutId id="2147483681" r:id="rId18"/>
    <p:sldLayoutId id="2147483696" r:id="rId19"/>
  </p:sldLayoutIdLst>
  <p:hf hdr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543E28"/>
                </a:solidFill>
                <a:latin typeface="Segoe UI Semibold"/>
              </a:defRPr>
            </a:pPr>
            <a:r>
              <a:t>Why this product?</a:t>
            </a:r>
          </a:p>
          <a:p>
            <a:pPr algn="ctr">
              <a:defRPr sz="2400">
                <a:solidFill>
                  <a:srgbClr val="543E28"/>
                </a:solidFill>
                <a:latin typeface="Segoe UI"/>
              </a:defRPr>
            </a:pPr>
            <a:r>
              <a:t>Generated from Quotation</a:t>
            </a:r>
          </a:p>
        </p:txBody>
      </p:sp>
      <p:pic>
        <p:nvPicPr>
          <p:cNvPr id="4" name="Picture 3" descr="workst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7432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Seeking a high-performance computing solution tailored to intensive workloads.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 reliable hardware with scalable memory and storage options.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assurance of robust after-sales support and warranty coverage.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Looking for timely delivery to meet project deadlines.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Desire cost-effective pricing without compromising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Offering the latest model tailored to meet your performance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Equipped with top-tier CPU and ample RAM for multitasking efficiency.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generous storage capacity with fast read/write speeds.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Comes with comprehensive warranty and dedicated support.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Competitive pricing aligned with your budget and timeline.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Product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CPU: Intel Core i7-12700K 12-Core Processor for superior speed.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RAM: 32GB DDR4 ensuring smooth multitasking and application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Storage: 1TB NVMe SSD delivering fast data access and ample space.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Graphics: NVIDIA RTX 3060 for enhanced graphics and rendering.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Connectivity: Multiple USB 3.1 ports and Wi-Fi 6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Base Price: $1,800 per unit reflecting premium hardware components.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Volume Discount: 5% off for orders exceeding 10 units.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all software licenses and pre-installed drivers.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No hidden fees; transparent pricing with detailed invoice.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payment terms available upon request.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3-year comprehensive warranty covering parts and labor.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24/7 technical support with dedicated account manager.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On-site repair service within 48 hours of issue reporting.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Regular firmware and driver updates included.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extended warranty and premium support packages.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three variants of our flagship product tailored to your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variant offers the same high-performance specifications.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Pricing varies slightly to accommodate additional features and services.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 and support remain consistent across all variants.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Enables you to choose the best option fitting your budget and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Standard delivery within 3 weeks of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Expedited shipping options available for urgent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Real-time tracking provided from dispatch to delivery.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Pre-installation and testing completed before shipment.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Dedicated logistics coordinator assigned to your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" cy="3657600"/>
          </a:xfrm>
          <a:prstGeom prst="rect">
            <a:avLst/>
          </a:prstGeom>
          <a:solidFill>
            <a:srgbClr val="986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Contact us today to finalize your order and secure pricing.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Benefit from our expert consultation to customize your solution.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Take advantage of our limited-time volume discounts.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Ensure your project success with our reliable hardware and support.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Let’s partner for your technology needs and future growth.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8288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3E28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18288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Intel Core i7-12700K 12-Core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32GB DDR4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1TB NVMe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24/7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Intel Core i7-12700K 12-Core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32GB DDR4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1TB NVMe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24/7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Intel Core i7-12700K 12-Core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32GB DDR4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1TB NVMe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24/7 technical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Rockwell</vt:lpstr>
      <vt:lpstr>Wingdings</vt:lpstr>
      <vt:lpstr>Atlas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5</cp:revision>
  <dcterms:created xsi:type="dcterms:W3CDTF">2025-06-06T03:18:01Z</dcterms:created>
  <dcterms:modified xsi:type="dcterms:W3CDTF">2025-06-06T04:39:29Z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