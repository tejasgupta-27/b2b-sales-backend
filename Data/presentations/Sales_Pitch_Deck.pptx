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43E28"/>
                </a:solidFill>
                <a:latin typeface="Segoe UI Semibold"/>
              </a:defRPr>
            </a:pPr>
            <a:r>
              <a:t>Why this product?</a:t>
            </a:r>
          </a:p>
          <a:p>
            <a:pPr algn="ctr">
              <a:defRPr sz="2400">
                <a:solidFill>
                  <a:srgbClr val="543E28"/>
                </a:solidFill>
                <a:latin typeface="Segoe UI"/>
              </a:defRPr>
            </a:pPr>
            <a:r>
              <a:t>Generated from Quotation</a:t>
            </a:r>
          </a:p>
        </p:txBody>
      </p:sp>
      <p:pic>
        <p:nvPicPr>
          <p:cNvPr id="4" name="Picture 3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743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Your company requires a high-performance workstation to handle demanding professional workloads.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reliable and fast processing power to boost productivity.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Essential to have ample memory and storage for large data and applications.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Looking for a solution with dependable warranty and optional support services.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Timely delivery is crucial to meet project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Introducing the Workstation Pro Professional tailored to meet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powerful Intel Xeon W-2295 CPU for superior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32GB DDR4 RAM ensures smooth multitasking and efficient workflows.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1TB NVMe SSD provides fast storage and quick data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warranty and optional setup support to ensure peace of mind.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CPU: Intel Xeon W-2295 delivering exceptional processing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RAM: 32GB DDR4 for seamless multitasking and application handling.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Storage: 1TB NVMe SSD for rapid data transfer and ample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designed for professional-grade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Warranty: 1-year included for comprehensive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$3,499.99 offering excellent value for top-tier hardware.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with no hidden fees.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setup and integration support available to optimize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Investment in quality hardware reduces downtime and increases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aligned with industry standards for professional workstations.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1-year standard warranty included for reliable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setup and integration services to ensure smooth 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options designed to minimize operational disruptions.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Access to expert technical assistance if needed.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comprehensive after-sales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Workstation Pro Professional to suit your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the same high-end specifications for consistent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product name that best fits your procurement or project naming conventions.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options maintain the same price point and warranty coverage.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options remain flexible across all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2-3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Efficient logistics ensure timely arrival to meet your project schedules.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Regular updates provided throughout the delivery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expedited shipping can be discussed if urgent.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Our commitment to prompt delivery supports your business continuity.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Workstation Pro Professional today to enhance your operational capabilities.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Contact us to finalize your order and discuss optional setup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Leverage our expertise to ensure seamless integration into your workflow.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Act now to benefit from our reliable delivery and comprehensive warranty.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 look forward to partnering with your company for success.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8288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