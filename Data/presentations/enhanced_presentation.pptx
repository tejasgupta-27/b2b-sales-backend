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Need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Your company requires a high-performance workstation to handle demanding professional tasks.</a:t>
            </a:r>
          </a:p>
          <a:p>
            <a:pPr>
              <a:defRPr sz="1800"/>
            </a:pPr>
            <a:r>
              <a:t>Efficient processing power is essential to improve productivity and reduce downtime.</a:t>
            </a:r>
          </a:p>
          <a:p>
            <a:pPr>
              <a:defRPr sz="1800"/>
            </a:pPr>
            <a:r>
              <a:t>Reliable storage solutions are critical for managing large data sets and projects.</a:t>
            </a:r>
          </a:p>
          <a:p>
            <a:pPr>
              <a:defRPr sz="1800"/>
            </a:pPr>
            <a:r>
              <a:t>A robust system with expandable memory ensures smooth multitasking.</a:t>
            </a:r>
          </a:p>
          <a:p>
            <a:pPr>
              <a:defRPr sz="1800"/>
            </a:pPr>
            <a:r>
              <a:t>Timely delivery and dependable support are key to seamless integration.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  <p:pic>
        <p:nvPicPr>
          <p:cNvPr id="6" name="Picture 5" descr="work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Introducing the Workstation Pro Professional tailored to meet your performance needs.</a:t>
            </a:r>
          </a:p>
          <a:p>
            <a:pPr>
              <a:defRPr sz="1800"/>
            </a:pPr>
            <a:r>
              <a:t>Equipped with cutting-edge Intel Xeon W-2295 CPU for superior processing power.</a:t>
            </a:r>
          </a:p>
          <a:p>
            <a:pPr>
              <a:defRPr sz="1800"/>
            </a:pPr>
            <a:r>
              <a:t>Generous 32GB DDR4 RAM to support multitasking and complex workflows.</a:t>
            </a:r>
          </a:p>
          <a:p>
            <a:pPr>
              <a:defRPr sz="1800"/>
            </a:pPr>
            <a:r>
              <a:t>Fast 1TB NVMe SSD storage for quick data access and ample space.</a:t>
            </a:r>
          </a:p>
          <a:p>
            <a:pPr>
              <a:defRPr sz="1800"/>
            </a:pPr>
            <a:r>
              <a:t>Flexible support options including optional setup and integration services.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CPU: Intel Xeon W-2295 – designed for professional-grade computing.</a:t>
            </a:r>
          </a:p>
          <a:p>
            <a:pPr>
              <a:defRPr sz="1800"/>
            </a:pPr>
            <a:r>
              <a:t>RAM: 32GB DDR4 – ensures smooth and efficient multitasking.</a:t>
            </a:r>
          </a:p>
          <a:p>
            <a:pPr>
              <a:defRPr sz="1800"/>
            </a:pPr>
            <a:r>
              <a:t>Storage: 1TB NVMe SSD – delivers high-speed data access and reliability.</a:t>
            </a:r>
          </a:p>
          <a:p>
            <a:pPr>
              <a:defRPr sz="1800"/>
            </a:pPr>
            <a:r>
              <a:t>Quantity: 1 unit – customized for your company’s specific requirements.</a:t>
            </a:r>
          </a:p>
          <a:p>
            <a:pPr>
              <a:defRPr sz="1800"/>
            </a:pPr>
            <a:r>
              <a:t>Warranty: 1-year included for peace of mind and reliability.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  <p:pic>
        <p:nvPicPr>
          <p:cNvPr id="6" name="Picture 5" descr="works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Pricing Breakdown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Unit Price: $3,499.99 offering excellent value for professional-grade hardware.</a:t>
            </a:r>
          </a:p>
          <a:p>
            <a:pPr>
              <a:defRPr sz="1800"/>
            </a:pPr>
            <a:r>
              <a:t>Transparent pricing with no hidden costs.</a:t>
            </a:r>
          </a:p>
          <a:p>
            <a:pPr>
              <a:defRPr sz="1800"/>
            </a:pPr>
            <a:r>
              <a:t>Optional support and integration services available to fit your budget.</a:t>
            </a:r>
          </a:p>
          <a:p>
            <a:pPr>
              <a:defRPr sz="1800"/>
            </a:pPr>
            <a:r>
              <a:t>Investment in quality hardware reduces long-term operational costs.</a:t>
            </a:r>
          </a:p>
          <a:p>
            <a:pPr>
              <a:defRPr sz="1800"/>
            </a:pPr>
            <a:r>
              <a:t>Flexible purchase options tailored to your procurement process.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Warranty &amp;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1-year standard warranty included to protect your investment.</a:t>
            </a:r>
          </a:p>
          <a:p>
            <a:pPr>
              <a:defRPr sz="1800"/>
            </a:pPr>
            <a:r>
              <a:t>Optional setup and integration support available for smooth deployment.</a:t>
            </a:r>
          </a:p>
          <a:p>
            <a:pPr>
              <a:defRPr sz="1800"/>
            </a:pPr>
            <a:r>
              <a:t>Access to expert technical assistance to minimize downtime.</a:t>
            </a:r>
          </a:p>
          <a:p>
            <a:pPr>
              <a:defRPr sz="1800"/>
            </a:pPr>
            <a:r>
              <a:t>Comprehensive warranty covers hardware defects and performance issues.</a:t>
            </a:r>
          </a:p>
          <a:p>
            <a:pPr>
              <a:defRPr sz="1800"/>
            </a:pPr>
            <a:r>
              <a:t>Support services designed to ensure optimal system performance.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Compare variants of the Workstation Pro Professional to find the perfect fit.</a:t>
            </a:r>
          </a:p>
          <a:p>
            <a:pPr>
              <a:defRPr sz="1800"/>
            </a:pPr>
            <a:r>
              <a:t>All variants share the same high-quality specifications and performance.</a:t>
            </a:r>
          </a:p>
          <a:p>
            <a:pPr>
              <a:defRPr sz="1800"/>
            </a:pPr>
            <a:r>
              <a:t>Choose based on your preferred product naming or internal cataloging.</a:t>
            </a:r>
          </a:p>
          <a:p>
            <a:pPr>
              <a:defRPr sz="1800"/>
            </a:pPr>
            <a:r>
              <a:t>Consistent pricing and warranty across all variants.</a:t>
            </a:r>
          </a:p>
          <a:p>
            <a:pPr>
              <a:defRPr sz="1800"/>
            </a:pPr>
            <a:r>
              <a:t>Support options remain flexible regardless of variant choice.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Delivery Timeline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Estimated delivery within 2-3 weeks after order confirmation.</a:t>
            </a:r>
          </a:p>
          <a:p>
            <a:pPr>
              <a:defRPr sz="1800"/>
            </a:pPr>
            <a:r>
              <a:t>Efficient processing to meet your project deadlines.</a:t>
            </a:r>
          </a:p>
          <a:p>
            <a:pPr>
              <a:defRPr sz="1800"/>
            </a:pPr>
            <a:r>
              <a:t>Regular updates provided throughout the delivery process.</a:t>
            </a:r>
          </a:p>
          <a:p>
            <a:pPr>
              <a:defRPr sz="1800"/>
            </a:pPr>
            <a:r>
              <a:t>Flexible scheduling options to accommodate your operational needs.</a:t>
            </a:r>
          </a:p>
          <a:p>
            <a:pPr>
              <a:defRPr sz="1800"/>
            </a:pPr>
            <a:r>
              <a:t>Reliable logistics ensure your workstation arrives on time and in perfect condition.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1828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/>
            </a:pPr>
            <a:r>
              <a:t>Secure your Workstation Pro Professional today to boost your company’s productivity.</a:t>
            </a:r>
          </a:p>
          <a:p>
            <a:pPr>
              <a:defRPr sz="1800"/>
            </a:pPr>
            <a:r>
              <a:t>Contact us to customize support and integration services to your needs.</a:t>
            </a:r>
          </a:p>
          <a:p>
            <a:pPr>
              <a:defRPr sz="1800"/>
            </a:pPr>
            <a:r>
              <a:t>Take advantage of our competitive pricing and reliable delivery.</a:t>
            </a:r>
          </a:p>
          <a:p>
            <a:pPr>
              <a:defRPr sz="1800"/>
            </a:pPr>
            <a:r>
              <a:t>Partner with us for a seamless purchasing and deployment experience.</a:t>
            </a:r>
          </a:p>
          <a:p>
            <a:pPr>
              <a:defRPr sz="1800"/>
            </a:pPr>
            <a:r>
              <a:t>Let’s schedule a follow-up to finalize your order and answer any questions.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7258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