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1800">
                <a:solidFill>
                  <a:srgbClr val="646464"/>
                </a:solidFill>
                <a:latin typeface="Segoe UI"/>
              </a:defRPr>
            </a:pPr>
            <a:r>
              <a:t>Professional Technology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Customer Needs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Understanding your business requirements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Identifying technology gaps and opportunities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Assessing current infrastructure limitations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Determining scalability and growth needs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Evaluating budget and timeline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Our Comprehensive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Tailored technology solutions for your business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Industry-leading products and services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Seamless integration with existing systems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Comprehensive support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Future-ready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Product Overview &amp;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High-performance hardware components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Enterprise-grade software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Advanced security features and protocols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Reliable performance and uptime guarantees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Energy-efficient and sustainable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Investment &amp; 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Competitive pricing for premium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Transparent cost structure with no hidden fees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Flexible payment options and financing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Volume discounts for bulk purchases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Cost-effective total ownership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Warranty &amp; Support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Comprehensive warranty coverage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24/7 technical support availability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On-site service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Remote monitoring and diagnostics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Regular updates and system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Delivery Timeline &amp;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Efficient project planning and execution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Minimal disruption to daily operations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Phased implementation approach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Staff training and knowledge transfer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Post-implementation support and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Next Steps &amp;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Schedule a detailed technical consultation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Review and finalize solution specifications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Confirm project timeline and milestones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Sign agreement and initiate implementation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Begin your journey to technology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Product Name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Key Features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Vendor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 Precision 7670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Mobile workstation with Intel Core i7 processor and professional graphics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$2,800.00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 ZBook Studio G9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Professional workstation laptop with high-performance GPU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$2,650.00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 ThinkPad P1 Gen 5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Ultra-portable workstation with Intel vPro technology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$2,750.00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