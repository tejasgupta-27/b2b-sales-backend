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7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376" y="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D808837E-BD65-42A8-A74A-932C1060A7A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5CAF638-E7C3-465D-B394-77021136F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03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86409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61283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211365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8355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91821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6081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53867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31585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448700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8246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56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688" r:id="rId12"/>
    <p:sldLayoutId id="2147483673" r:id="rId13"/>
    <p:sldLayoutId id="2147483676" r:id="rId14"/>
    <p:sldLayoutId id="2147483699" r:id="rId15"/>
    <p:sldLayoutId id="2147483700" r:id="rId16"/>
    <p:sldLayoutId id="2147483692" r:id="rId17"/>
    <p:sldLayoutId id="2147483681" r:id="rId18"/>
    <p:sldLayoutId id="2147483696" r:id="rId19"/>
  </p:sldLayoutIdLst>
  <p:hf hdr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 lIns="274320" rIns="274320" tIns="182880" bIns="182880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3840480"/>
            <a:ext cx="6400800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 lIns="274320" rIns="274320" tIns="91440" bIns="91440">
            <a:spAutoFit/>
          </a:bodyPr>
          <a:lstStyle/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 lIns="274320" rIns="274320" tIns="91440" bIns="91440">
            <a:spAutoFit/>
          </a:bodyPr>
          <a:lstStyle/>
          <a:p>
            <a:pPr algn="ctr">
              <a:defRPr sz="1800">
                <a:solidFill>
                  <a:srgbClr val="646464"/>
                </a:solidFill>
                <a:latin typeface="Segoe UI"/>
              </a:defRPr>
            </a:pPr>
            <a:r>
              <a:t>Professional Technology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600" b="1">
                <a:solidFill>
                  <a:srgbClr val="2C3E50"/>
                </a:solidFill>
                <a:latin typeface="Yu Gothic UI Semibold"/>
              </a:defRPr>
            </a:pPr>
            <a:r>
              <a:t>お客様のニーズ分析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1800">
                <a:solidFill>
                  <a:srgbClr val="505050"/>
                </a:solidFill>
                <a:latin typeface="Yu Gothic UI"/>
              </a:defRPr>
            </a:pPr>
            <a:r>
              <a:t>• ビジネス要件の理解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1800">
                <a:solidFill>
                  <a:srgbClr val="3C3C3C"/>
                </a:solidFill>
                <a:latin typeface="Yu Gothic UI"/>
              </a:defRPr>
            </a:pPr>
            <a:r>
              <a:t>• 技術的な課題と機会の特定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1800">
                <a:solidFill>
                  <a:srgbClr val="505050"/>
                </a:solidFill>
                <a:latin typeface="Yu Gothic UI"/>
              </a:defRPr>
            </a:pPr>
            <a:r>
              <a:t>• 現在のインフラの制約評価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1800">
                <a:solidFill>
                  <a:srgbClr val="3C3C3C"/>
                </a:solidFill>
                <a:latin typeface="Yu Gothic UI"/>
              </a:defRPr>
            </a:pPr>
            <a:r>
              <a:t>• スケーラビリティと成長ニーズの決定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1800">
                <a:solidFill>
                  <a:srgbClr val="505050"/>
                </a:solidFill>
                <a:latin typeface="Yu Gothic UI"/>
              </a:defRPr>
            </a:pPr>
            <a:r>
              <a:t>• 予算とタイムラインの制約評価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600" b="1">
                <a:solidFill>
                  <a:srgbClr val="2C3E50"/>
                </a:solidFill>
                <a:latin typeface="Yu Gothic UI Semibold"/>
              </a:defRPr>
            </a:pPr>
            <a:r>
              <a:t>包括的なソリューション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1800">
                <a:solidFill>
                  <a:srgbClr val="505050"/>
                </a:solidFill>
                <a:latin typeface="Yu Gothic UI"/>
              </a:defRPr>
            </a:pPr>
            <a:r>
              <a:t>• お客様のビジネスに合わせたテクノロジーソリューション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1800">
                <a:solidFill>
                  <a:srgbClr val="3C3C3C"/>
                </a:solidFill>
                <a:latin typeface="Yu Gothic UI"/>
              </a:defRPr>
            </a:pPr>
            <a:r>
              <a:t>• 実証済みの高性能システム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1800">
                <a:solidFill>
                  <a:srgbClr val="505050"/>
                </a:solidFill>
                <a:latin typeface="Yu Gothic UI"/>
              </a:defRPr>
            </a:pPr>
            <a:r>
              <a:t>• 24時間365日のサポート体制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1800">
                <a:solidFill>
                  <a:srgbClr val="3C3C3C"/>
                </a:solidFill>
                <a:latin typeface="Yu Gothic UI"/>
              </a:defRPr>
            </a:pPr>
            <a:r>
              <a:t>• 競争力のある価格設定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1800">
                <a:solidFill>
                  <a:srgbClr val="505050"/>
                </a:solidFill>
                <a:latin typeface="Yu Gothic UI"/>
              </a:defRPr>
            </a:pPr>
            <a:r>
              <a:t>• 迅速な導入とスムーズな移行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Product Name</a:t>
                      </a:r>
                    </a:p>
                  </a:txBody>
                  <a:tcPr marL="91440" marR="91440" marT="91440" marB="91440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Key Features</a:t>
                      </a:r>
                    </a:p>
                  </a:txBody>
                  <a:tcPr marL="91440" marR="91440" marT="91440" marB="91440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Price</a:t>
                      </a:r>
                    </a:p>
                  </a:txBody>
                  <a:tcPr marL="91440" marR="91440" marT="91440" marB="91440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Vendor</a:t>
                      </a:r>
                    </a:p>
                  </a:txBody>
                  <a:tcPr marL="91440" marR="91440" marT="91440" marB="91440">
                    <a:solidFill>
                      <a:srgbClr val="34495E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Dell Precision 7670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Mobile workstation with Intel Core i7 processor and professional graphics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$2,800.00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Dell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HP ZBook Studio G9</a:t>
                      </a:r>
                    </a:p>
                  </a:txBody>
                  <a:tcPr marL="91440" marR="91440" marT="91440" marB="9144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Professional workstation laptop with high-performance GPU</a:t>
                      </a:r>
                    </a:p>
                  </a:txBody>
                  <a:tcPr marL="91440" marR="91440" marT="91440" marB="9144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$2,650.00</a:t>
                      </a:r>
                    </a:p>
                  </a:txBody>
                  <a:tcPr marL="91440" marR="91440" marT="91440" marB="9144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HP</a:t>
                      </a:r>
                    </a:p>
                  </a:txBody>
                  <a:tcPr marL="91440" marR="91440" marT="91440" marB="91440">
                    <a:solidFill>
                      <a:srgbClr val="F8F9F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Lenovo ThinkPad P1 Gen 5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Ultra-portable workstation with Intel vPro technology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$2,750.00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Lenovo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20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Calibri Light</vt:lpstr>
      <vt:lpstr>Rockwell</vt:lpstr>
      <vt:lpstr>Wingdings</vt:lpstr>
      <vt:lpstr>Atlas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S</dc:creator>
  <cp:lastModifiedBy>Nandini S</cp:lastModifiedBy>
  <cp:revision>5</cp:revision>
  <dcterms:created xsi:type="dcterms:W3CDTF">2025-06-06T03:18:01Z</dcterms:created>
  <dcterms:modified xsi:type="dcterms:W3CDTF">2025-06-06T04:39:29Z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