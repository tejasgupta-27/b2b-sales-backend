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7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D808837E-BD65-42A8-A74A-932C1060A7A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03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8640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1283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1136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8355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91821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081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3867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1585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4870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8246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6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688" r:id="rId12"/>
    <p:sldLayoutId id="2147483673" r:id="rId13"/>
    <p:sldLayoutId id="2147483676" r:id="rId14"/>
    <p:sldLayoutId id="2147483699" r:id="rId15"/>
    <p:sldLayoutId id="2147483700" r:id="rId16"/>
    <p:sldLayoutId id="2147483692" r:id="rId17"/>
    <p:sldLayoutId id="2147483681" r:id="rId18"/>
    <p:sldLayoutId id="2147483696" r:id="rId19"/>
  </p:sldLayoutIdLst>
  <p:hf hdr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 lIns="274320" rIns="274320" tIns="182880" bIns="182880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840480"/>
            <a:ext cx="6400800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sz="1800">
                <a:solidFill>
                  <a:srgbClr val="646464"/>
                </a:solidFill>
                <a:latin typeface="Segoe UI"/>
              </a:defRPr>
            </a:pPr>
            <a:r>
              <a:t>Professional Technology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Customer Needs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Understanding your business requirements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Identifying technology gaps and opportunities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Assessing current infrastructure limitations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Determining scalability and growth needs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Evaluating budget and timeline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Our Comprehensive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Tailored technology solutions for your business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Industry-leading products and services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Seamless integration with existing systems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Comprehensive support and maintenance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Future-ready scalable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Product Overview &amp;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High-performance hardware components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Enterprise-grade software solutions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Advanced security features and protocols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Reliable performance and uptime guarantees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Energy-efficient and sustainable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Investment &amp; 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Competitive pricing for premium solutions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Transparent cost structure with no hidden fees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Flexible payment options and financing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Volume discounts for bulk purchases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Cost-effective total ownership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Warranty &amp; Support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Comprehensive warranty coverage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24/7 technical support availability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On-site service and maintenance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Remote monitoring and diagnostics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Regular updates and system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Delivery Timeline &amp;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Efficient project planning and execution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Minimal disruption to daily operations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Phased implementation approach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Staff training and knowledge transfer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Post-implementation support and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  <a:latin typeface="Segoe UI Semibold"/>
              </a:defRPr>
            </a:pPr>
            <a:r>
              <a:t>Next Steps &amp; 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Schedule a detailed technical consultation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Review and finalize solution specifications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Confirm project timeline and milestones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• Sign agreement and initiate implementation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1800">
                <a:solidFill>
                  <a:srgbClr val="505050"/>
                </a:solidFill>
                <a:latin typeface="Segoe UI"/>
              </a:defRPr>
            </a:pPr>
            <a:r>
              <a:t>• Begin your journey to technology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Rockwell</vt:lpstr>
      <vt:lpstr>Wingdings</vt:lpstr>
      <vt:lpstr>Atlas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5</cp:revision>
  <dcterms:created xsi:type="dcterms:W3CDTF">2025-06-06T03:18:01Z</dcterms:created>
  <dcterms:modified xsi:type="dcterms:W3CDTF">2025-06-06T04:39:29Z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