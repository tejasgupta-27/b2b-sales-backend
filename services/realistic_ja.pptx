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51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9" autoAdjust="0"/>
  </p:normalViewPr>
  <p:slideViewPr>
    <p:cSldViewPr snapToGrid="0">
      <p:cViewPr varScale="1">
        <p:scale>
          <a:sx n="74" d="100"/>
          <a:sy n="74" d="100"/>
        </p:scale>
        <p:origin x="376" y="6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708" y="4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7/9/2025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7/9/2025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8837E-BD65-42A8-A74A-932C1060A7AD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AF638-E7C3-465D-B394-77021136F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700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59373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59886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346502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7716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41258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184649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759956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717138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094335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6049585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986564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1262734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838054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353836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407293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051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688" r:id="rId17"/>
    <p:sldLayoutId id="2147483673" r:id="rId18"/>
    <p:sldLayoutId id="2147483676" r:id="rId19"/>
    <p:sldLayoutId id="2147483699" r:id="rId20"/>
    <p:sldLayoutId id="2147483700" r:id="rId21"/>
    <p:sldLayoutId id="2147483692" r:id="rId22"/>
    <p:sldLayoutId id="2147483681" r:id="rId23"/>
    <p:sldLayoutId id="2147483696" r:id="rId24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image" Target="../media/image1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</p:spPr>
        <p:txBody>
          <a:bodyPr wrap="none" lIns="274320" rIns="274320" tIns="182880" bIns="182880">
            <a:spAutoFit/>
          </a:bodyPr>
          <a:lstStyle/>
          <a:p>
            <a:pPr algn="ctr">
              <a:defRPr a:eastAsianTheme="minor" sz="5400" b="1">
                <a:solidFill>
                  <a:srgbClr val="C0392B"/>
                </a:solidFill>
                <a:latin typeface="Yu Gothic UI Semibold"/>
              </a:defRPr>
            </a:pPr>
            <a:r>
              <a:t>営業プレゼンテーション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914400"/>
            <a:ext cx="6400800" cy="1097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286000"/>
            <a:ext cx="6400800" cy="1097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 lIns="274320" rIns="274320" tIns="91440" bIns="91440">
            <a:spAutoFit/>
          </a:bodyPr>
          <a:lstStyle/>
          <a:p>
            <a:pPr algn="ctr">
              <a:defRPr a:eastAsianTheme="minor" sz="2800">
                <a:solidFill>
                  <a:srgbClr val="E74C3C"/>
                </a:solidFill>
                <a:latin typeface="Yu Gothic UI"/>
              </a:defRPr>
            </a:pPr>
            <a:r>
              <a:t>大塚株式会社からの汎用製品見積書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943600"/>
            <a:ext cx="914400" cy="604846"/>
          </a:xfrm>
          <a:prstGeom prst="rect">
            <a:avLst/>
          </a:prstGeom>
        </p:spPr>
      </p:pic>
      <p:pic>
        <p:nvPicPr>
          <p:cNvPr id="7" name="Picture 6" descr="gener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4114800"/>
            <a:ext cx="3657600" cy="24391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a:eastAsianTheme="minor" sz="3800" b="1">
                <a:solidFill>
                  <a:srgbClr val="C0392B"/>
                </a:solidFill>
                <a:latin typeface="Yu Gothic UI Semibold"/>
              </a:defRPr>
            </a:pPr>
            <a:r>
              <a:t>お客様のニーズ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大塚株式会社はエンジニアリングとAI業務向けの高性能ワークステーションを必要としています。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Yu Gothic UI"/>
              </a:defRPr>
            </a:pPr>
            <a:r>
              <a:t>• ビジネス成長を支える信頼性と拡張性のあるシステム。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設計・シミュレーションのための高度なグラフィックスと計算能力。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Yu Gothic UI"/>
              </a:defRPr>
            </a:pPr>
            <a:r>
              <a:t>• 包括的な保証とサポートが必要です。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効率的な納品と設置。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2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a:eastAsianTheme="minor" sz="3800" b="1">
                <a:solidFill>
                  <a:srgbClr val="C0392B"/>
                </a:solidFill>
                <a:latin typeface="Yu Gothic UI Semibold"/>
              </a:defRPr>
            </a:pPr>
            <a:r>
              <a:t>当社のソリューション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Dell Precision 7960タワーワークステーション（Intel Xeon、NVIDIA RTX A6000搭載）。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Yu Gothic UI"/>
              </a:defRPr>
            </a:pPr>
            <a:r>
              <a:t>• 128GB DDR5 ECC RAMと2TB NVMe SSDによる高速パフォーマンス。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Dell UltraSharp 32 4Kモニターで優れた表示品質。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Yu Gothic UI"/>
              </a:defRPr>
            </a:pPr>
            <a:r>
              <a:t>• 5年間のオンサイト保証と24時間365日のプレミアムサポート。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オンサイト設置とスタッフ研修を含む。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3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a:eastAsianTheme="minor" sz="3800" b="1">
                <a:solidFill>
                  <a:srgbClr val="C0392B"/>
                </a:solidFill>
                <a:latin typeface="Yu Gothic UI Semibold"/>
              </a:defRPr>
            </a:pPr>
            <a:r>
              <a:t>製品概要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Dell Precision 7960：Intel Xeon W9-3495X、128GB RAM、2TB SSD、RTX A6000 GPU。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Yu Gothic UI"/>
              </a:defRPr>
            </a:pPr>
            <a:r>
              <a:t>• Dell UltraSharp 32 4Kモニター：3840x2160、IPS Black、USB-C接続。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Windows 11 Pro for Workstationsをプリインストール。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Yu Gothic UI"/>
              </a:defRPr>
            </a:pPr>
            <a:r>
              <a:t>• 全製品にメーカー保証付き。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省エネで信頼性の高いコンポーネント。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4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a:eastAsianTheme="minor" sz="3800" b="1">
                <a:solidFill>
                  <a:srgbClr val="C0392B"/>
                </a:solidFill>
                <a:latin typeface="Yu Gothic UI Semibold"/>
              </a:defRPr>
            </a:pPr>
            <a:r>
              <a:t>価格内訳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Dell Precision 7960（2台）：各¥1,800,000。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Yu Gothic UI"/>
              </a:defRPr>
            </a:pPr>
            <a:r>
              <a:t>• Dell UltraSharp 32 4Kモニター（2台）：各¥160,000。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合計：¥3,920,000（設置・研修費用込み）。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Yu Gothic UI"/>
              </a:defRPr>
            </a:pPr>
            <a:r>
              <a:t>• 追加費用なし。透明な価格設定。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見積有効期間は30日間。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5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a:eastAsianTheme="minor" sz="3800" b="1">
                <a:solidFill>
                  <a:srgbClr val="C0392B"/>
                </a:solidFill>
                <a:latin typeface="Yu Gothic UI Semibold"/>
              </a:defRPr>
            </a:pPr>
            <a:r>
              <a:t>保証・サポート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ワークステーションは5年間のオンサイト保証。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Yu Gothic UI"/>
              </a:defRPr>
            </a:pPr>
            <a:r>
              <a:t>• モニターは3年間の先出し交換保証。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ワークステーションは24時間365日のプレミアムサポート。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Yu Gothic UI"/>
              </a:defRPr>
            </a:pPr>
            <a:r>
              <a:t>• オンサイト設置とスタッフ研修を含む。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リモート診断とプロアクティブモニタリング。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6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a:eastAsianTheme="minor" sz="3800" b="1">
                <a:solidFill>
                  <a:srgbClr val="C0392B"/>
                </a:solidFill>
                <a:latin typeface="Yu Gothic UI Semibold"/>
              </a:defRPr>
            </a:pPr>
            <a:r>
              <a:t>納品スケジュール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注文確定後、納品予定：3～4週間。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Yu Gothic UI"/>
              </a:defRPr>
            </a:pPr>
            <a:r>
              <a:t>• 納品後にオンサイト設置を実施。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日常業務への影響を最小限に。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Yu Gothic UI"/>
              </a:defRPr>
            </a:pPr>
            <a:r>
              <a:t>• ご要望に応じた柔軟なスケジューリング。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専任プロジェクトマネージャーによる円滑な導入。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7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a:eastAsianTheme="minor" sz="3800" b="1">
                <a:solidFill>
                  <a:srgbClr val="C0392B"/>
                </a:solidFill>
                <a:latin typeface="Yu Gothic UI Semibold"/>
              </a:defRPr>
            </a:pPr>
            <a:r>
              <a:t>次のステップ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ご注文・納品スケジュールのご確認をお願いします。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Yu Gothic UI"/>
              </a:defRPr>
            </a:pPr>
            <a:r>
              <a:t>• ソリューション仕様の最終確認。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契約締結後、導入を開始。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781414"/>
                </a:solidFill>
                <a:latin typeface="Yu Gothic UI"/>
              </a:defRPr>
            </a:pPr>
            <a:r>
              <a:t>• 大塚と共にテクノロジーの未来へ。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ご検討いただき誠にありがとうございます。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8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a:eastAsianTheme="minor" sz="3200" b="1">
                <a:solidFill>
                  <a:srgbClr val="C0392B"/>
                </a:solidFill>
                <a:latin typeface="Yu Gothic UI Semibold"/>
              </a:defRPr>
            </a:pPr>
            <a:r>
              <a:t>製品比較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a:eastAsianTheme="minor" b="1" sz="1600">
                          <a:solidFill>
                            <a:srgbClr val="FFFFFF"/>
                          </a:solidFill>
                          <a:latin typeface="Yu Gothic UI Semibold"/>
                        </a:defRPr>
                      </a:pPr>
                      <a:r>
                        <a:t>製品名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a:eastAsianTheme="minor" b="1" sz="1600">
                          <a:solidFill>
                            <a:srgbClr val="FFFFFF"/>
                          </a:solidFill>
                          <a:latin typeface="Yu Gothic UI Semibold"/>
                        </a:defRPr>
                      </a:pPr>
                      <a:r>
                        <a:t>主な特徴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a:eastAsianTheme="minor" b="1" sz="1600">
                          <a:solidFill>
                            <a:srgbClr val="FFFFFF"/>
                          </a:solidFill>
                          <a:latin typeface="Yu Gothic UI Semibold"/>
                        </a:defRPr>
                      </a:pPr>
                      <a:r>
                        <a:t>価格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a:eastAsianTheme="minor" b="1" sz="1600">
                          <a:solidFill>
                            <a:srgbClr val="FFFFFF"/>
                          </a:solidFill>
                          <a:latin typeface="Yu Gothic UI Semibold"/>
                        </a:defRPr>
                      </a:pPr>
                      <a:r>
                        <a:t>ベンダー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E74C3C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a:eastAsianTheme="minor" sz="1400">
                          <a:solidFill>
                            <a:srgbClr val="2C3E50"/>
                          </a:solidFill>
                          <a:latin typeface="Yu Gothic UI"/>
                        </a:defRPr>
                      </a:pPr>
                      <a:r>
                        <a:t>Dell Precision 7960タワー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a:eastAsianTheme="minor" sz="1400">
                          <a:solidFill>
                            <a:srgbClr val="2C3E50"/>
                          </a:solidFill>
                          <a:latin typeface="Yu Gothic UI"/>
                        </a:defRPr>
                      </a:pPr>
                      <a:r>
                        <a:t>Intel Xeon、128GB RAM、RTX A6000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¥1,800,000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Dell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a:eastAsianTheme="minor" sz="1400">
                          <a:solidFill>
                            <a:srgbClr val="2C3E50"/>
                          </a:solidFill>
                          <a:latin typeface="Yu Gothic UI"/>
                        </a:defRPr>
                      </a:pPr>
                      <a:r>
                        <a:t>HP Z8 G4ワークステーション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a:eastAsianTheme="minor" sz="1400">
                          <a:solidFill>
                            <a:srgbClr val="2C3E50"/>
                          </a:solidFill>
                          <a:latin typeface="Yu Gothic UI"/>
                        </a:defRPr>
                      </a:pPr>
                      <a:r>
                        <a:t>Intel Xeon、128GB RAM、RTX A6000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¥1,750,000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HP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8F9F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Lenovo ThinkStation P920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a:eastAsianTheme="minor" sz="1400">
                          <a:solidFill>
                            <a:srgbClr val="2C3E50"/>
                          </a:solidFill>
                          <a:latin typeface="Yu Gothic UI"/>
                        </a:defRPr>
                      </a:pPr>
                      <a:r>
                        <a:t>Intel Xeon、128GB RAM、RTX A6000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¥1,770,000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Lenovo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Trebuchet MS</vt:lpstr>
      <vt:lpstr>Wingdings 3</vt:lpstr>
      <vt:lpstr>Facet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S</dc:creator>
  <cp:lastModifiedBy>Nandini S</cp:lastModifiedBy>
  <cp:revision>9</cp:revision>
  <dcterms:created xsi:type="dcterms:W3CDTF">2025-06-06T03:18:01Z</dcterms:created>
  <dcterms:modified xsi:type="dcterms:W3CDTF">2025-07-09T02:20:35Z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