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1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8837E-BD65-42A8-A74A-932C1060A7AD}" type="datetimeFigureOut">
              <a:rPr lang="en-IN" smtClean="0"/>
              <a:t>09-07-2025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AF638-E7C3-465D-B394-77021136F2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700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93731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5988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46502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771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1258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184649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9956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17138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9433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6049585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86564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26273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83805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5383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407293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5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688" r:id="rId17"/>
    <p:sldLayoutId id="2147483673" r:id="rId18"/>
    <p:sldLayoutId id="2147483676" r:id="rId19"/>
    <p:sldLayoutId id="2147483699" r:id="rId20"/>
    <p:sldLayoutId id="2147483700" r:id="rId21"/>
    <p:sldLayoutId id="2147483692" r:id="rId22"/>
    <p:sldLayoutId id="2147483681" r:id="rId23"/>
    <p:sldLayoutId id="2147483696" r:id="rId2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</p:spPr>
        <p:txBody>
          <a:bodyPr wrap="none" lIns="274320" rIns="274320" tIns="182880" bIns="182880">
            <a:spAutoFit/>
          </a:bodyPr>
          <a:lstStyle/>
          <a:p>
            <a:pPr algn="ctr">
              <a:defRPr sz="5400" b="1">
                <a:solidFill>
                  <a:srgbClr val="C0392B"/>
                </a:solidFill>
                <a:latin typeface="Segoe UI Semibold"/>
              </a:defRPr>
            </a:pPr>
            <a:r>
              <a:t>Sales Pitch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6400800" cy="1097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 lIns="274320" rIns="274320" tIns="91440" bIns="91440">
            <a:spAutoFit/>
          </a:bodyPr>
          <a:lstStyle/>
          <a:p>
            <a:pPr algn="ctr">
              <a:defRPr sz="2800">
                <a:solidFill>
                  <a:srgbClr val="E74C3C"/>
                </a:solidFill>
                <a:latin typeface="Segoe UI"/>
              </a:defRPr>
            </a:pPr>
            <a:r>
              <a:t>Quotation for general products from Otsuka Co.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943600"/>
            <a:ext cx="914400" cy="604846"/>
          </a:xfrm>
          <a:prstGeom prst="rect">
            <a:avLst/>
          </a:prstGeom>
        </p:spPr>
      </p:pic>
      <p:pic>
        <p:nvPicPr>
          <p:cNvPr id="7" name="Picture 6" descr="gener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114800"/>
            <a:ext cx="3657600" cy="24391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Otsuka Corporation requires high-performance workstations for engineering and AI workloads.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Reliable, scalable systems to support business growth.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Advanced graphics and compute for design and simulation.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Comprehensive warranty and support required.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Efficient delivery and installation.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2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Dell Precision 7960 Tower Workstation with Intel Xeon and NVIDIA RTX A6000.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128GB DDR5 ECC RAM and 2TB NVMe SSD for fast performance.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Dell UltraSharp 32 4K Monitor for superior display quality.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5 years onsite warranty and 24/7 premium support.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Onsite installation and staff training included.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3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Product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Dell Precision 7960: Intel Xeon W9-3495X, 128GB RAM, 2TB SSD, RTX A6000 GPU.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Dell UltraSharp 32 4K Monitor: 3840x2160, IPS Black, USB-C connectivity.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Windows 11 Pro for Workstations pre-installed.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All products covered by manufacturer warranty.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Energy-efficient and reliable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4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2x Dell Precision 7960: $12,500 each.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2x Dell UltraSharp 32 4K Monitor: $1,100 each.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Total: $27,200 USD (includes installation and training).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No hidden fees. Transparent pricing.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Quotation valid for 30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5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5 years onsite warranty for workstations.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3 years advanced exchange for monitors.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24/7 premium support for workstations.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Onsite installation and staff training included.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Remote diagnostics and proactive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6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800" b="1">
                <a:solidFill>
                  <a:srgbClr val="C0392B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5029200"/>
          </a:xfrm>
          <a:prstGeom prst="rect">
            <a:avLst/>
          </a:prstGeom>
          <a:noFill/>
        </p:spPr>
        <p:txBody>
          <a:bodyPr wrap="square" lIns="274320" rIns="274320" tIns="182880" bIns="182880">
            <a:spAutoFit/>
          </a:bodyPr>
          <a:lstStyle/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delivery: 3-4 weeks from order confirmation.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Onsite installation scheduled upon delivery.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Minimal disruption to daily operations.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781414"/>
                </a:solidFill>
                <a:latin typeface="Segoe UI"/>
              </a:defRPr>
            </a:pPr>
            <a:r>
              <a:t>• Flexible scheduling to suit your needs.</a:t>
            </a:r>
          </a:p>
          <a:p>
            <a:pPr algn="l">
              <a:spcBef>
                <a:spcPts val="800"/>
              </a:spcBef>
              <a:spcAft>
                <a:spcPts val="16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Dedicated project manager for smooth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  <a:latin typeface="Segoe UI"/>
              </a:defRPr>
            </a:pPr>
            <a:r>
              <a:t>7</a:t>
            </a:r>
          </a:p>
        </p:txBody>
      </p:sp>
      <p:pic>
        <p:nvPicPr>
          <p:cNvPr id="6" name="Picture 5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none" lIns="182880" rIns="182880" tIns="91440" bIns="91440">
            <a:spAutoFit/>
          </a:bodyPr>
          <a:lstStyle/>
          <a:p>
            <a:pPr algn="ctr">
              <a:defRPr sz="3200" b="1">
                <a:solidFill>
                  <a:srgbClr val="C0392B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188720"/>
            <a:ext cx="54864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Product Name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Key Features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Price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Vendor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E74C3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Dell Precision 7960 Tower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 Xeon, 128GB RAM, RTX A6000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$12,500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Dell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HP Z8 G4 Workstation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 Xeon, 128GB RAM, RTX A6000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$12,200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HP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8F9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Lenovo ThinkStation P920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Intel Xeon, 128GB RAM, RTX A6000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$12,300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t>Lenovo</a:t>
                      </a: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914400" cy="6048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Trebuchet MS</vt:lpstr>
      <vt:lpstr>Wingdings 3</vt:lpstr>
      <vt:lpstr>Facet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S</dc:creator>
  <cp:lastModifiedBy>Nandini S</cp:lastModifiedBy>
  <cp:revision>9</cp:revision>
  <dcterms:created xsi:type="dcterms:W3CDTF">2025-06-06T03:18:01Z</dcterms:created>
  <dcterms:modified xsi:type="dcterms:W3CDTF">2025-07-09T02:20:35Z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